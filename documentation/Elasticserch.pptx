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5" r:id="rId4"/>
    <p:sldMasterId id="2147483673" r:id="rId5"/>
    <p:sldMasterId id="2147483684" r:id="rId6"/>
    <p:sldMasterId id="2147483694" r:id="rId7"/>
    <p:sldMasterId id="2147483702" r:id="rId8"/>
    <p:sldMasterId id="2147483709" r:id="rId9"/>
    <p:sldMasterId id="2147483716" r:id="rId10"/>
    <p:sldMasterId id="2147483723" r:id="rId11"/>
    <p:sldMasterId id="2147483729" r:id="rId12"/>
    <p:sldMasterId id="2147483735" r:id="rId13"/>
  </p:sldMasterIdLst>
  <p:notesMasterIdLst>
    <p:notesMasterId r:id="rId15"/>
  </p:notesMasterIdLst>
  <p:handoutMasterIdLst>
    <p:handoutMasterId r:id="rId53"/>
  </p:handoutMasterIdLst>
  <p:sldIdLst>
    <p:sldId id="2832" r:id="rId14"/>
    <p:sldId id="2847" r:id="rId16"/>
    <p:sldId id="2856" r:id="rId17"/>
    <p:sldId id="2753" r:id="rId18"/>
    <p:sldId id="2925" r:id="rId19"/>
    <p:sldId id="2926" r:id="rId20"/>
    <p:sldId id="2927" r:id="rId21"/>
    <p:sldId id="2928" r:id="rId22"/>
    <p:sldId id="2975" r:id="rId23"/>
    <p:sldId id="2929" r:id="rId24"/>
    <p:sldId id="2976" r:id="rId25"/>
    <p:sldId id="2933" r:id="rId26"/>
    <p:sldId id="2901" r:id="rId27"/>
    <p:sldId id="2934" r:id="rId28"/>
    <p:sldId id="2935" r:id="rId29"/>
    <p:sldId id="2936" r:id="rId30"/>
    <p:sldId id="2939" r:id="rId31"/>
    <p:sldId id="2937" r:id="rId32"/>
    <p:sldId id="2938" r:id="rId33"/>
    <p:sldId id="2940" r:id="rId34"/>
    <p:sldId id="2941" r:id="rId35"/>
    <p:sldId id="2968" r:id="rId36"/>
    <p:sldId id="2969" r:id="rId37"/>
    <p:sldId id="2970" r:id="rId38"/>
    <p:sldId id="2971" r:id="rId39"/>
    <p:sldId id="2972" r:id="rId40"/>
    <p:sldId id="2932" r:id="rId41"/>
    <p:sldId id="2997" r:id="rId42"/>
    <p:sldId id="2998" r:id="rId43"/>
    <p:sldId id="2999" r:id="rId44"/>
    <p:sldId id="3000" r:id="rId45"/>
    <p:sldId id="3001" r:id="rId46"/>
    <p:sldId id="3002" r:id="rId47"/>
    <p:sldId id="3003" r:id="rId48"/>
    <p:sldId id="3004" r:id="rId49"/>
    <p:sldId id="3005" r:id="rId50"/>
    <p:sldId id="3006" r:id="rId51"/>
    <p:sldId id="2536" r:id="rId52"/>
  </p:sldIdLst>
  <p:sldSz cx="9144000" cy="5143500" type="screen16x9"/>
  <p:notesSz cx="6760845" cy="9942195"/>
  <p:custDataLst>
    <p:tags r:id="rId58"/>
  </p:custDataLst>
  <p:defaultTextStyle>
    <a:defPPr>
      <a:defRPr lang="zh-CN"/>
    </a:defPPr>
    <a:lvl1pPr marL="0" algn="l" defTabSz="913765" rtl="0" eaLnBrk="1" latinLnBrk="0" hangingPunct="1">
      <a:defRPr sz="1800" kern="1200">
        <a:solidFill>
          <a:schemeClr val="tx1"/>
        </a:solidFill>
        <a:latin typeface="+mn-lt"/>
        <a:ea typeface="+mn-ea"/>
        <a:cs typeface="+mn-cs"/>
      </a:defRPr>
    </a:lvl1pPr>
    <a:lvl2pPr marL="456565"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095" algn="l" defTabSz="913765" rtl="0" eaLnBrk="1" latinLnBrk="0" hangingPunct="1">
      <a:defRPr sz="1800" kern="1200">
        <a:solidFill>
          <a:schemeClr val="tx1"/>
        </a:solidFill>
        <a:latin typeface="+mn-lt"/>
        <a:ea typeface="+mn-ea"/>
        <a:cs typeface="+mn-cs"/>
      </a:defRPr>
    </a:lvl6pPr>
    <a:lvl7pPr marL="2741295" algn="l" defTabSz="913765" rtl="0" eaLnBrk="1" latinLnBrk="0" hangingPunct="1">
      <a:defRPr sz="1800" kern="1200">
        <a:solidFill>
          <a:schemeClr val="tx1"/>
        </a:solidFill>
        <a:latin typeface="+mn-lt"/>
        <a:ea typeface="+mn-ea"/>
        <a:cs typeface="+mn-cs"/>
      </a:defRPr>
    </a:lvl7pPr>
    <a:lvl8pPr marL="3197860" algn="l" defTabSz="913765" rtl="0" eaLnBrk="1" latinLnBrk="0" hangingPunct="1">
      <a:defRPr sz="1800" kern="1200">
        <a:solidFill>
          <a:schemeClr val="tx1"/>
        </a:solidFill>
        <a:latin typeface="+mn-lt"/>
        <a:ea typeface="+mn-ea"/>
        <a:cs typeface="+mn-cs"/>
      </a:defRPr>
    </a:lvl8pPr>
    <a:lvl9pPr marL="365506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orient="horz" pos="4110" userDrawn="1">
          <p15:clr>
            <a:srgbClr val="A4A3A4"/>
          </p15:clr>
        </p15:guide>
        <p15:guide id="3" orient="horz" pos="706" userDrawn="1">
          <p15:clr>
            <a:srgbClr val="A4A3A4"/>
          </p15:clr>
        </p15:guide>
        <p15:guide id="4" orient="horz" pos="1274" userDrawn="1">
          <p15:clr>
            <a:srgbClr val="A4A3A4"/>
          </p15:clr>
        </p15:guide>
        <p15:guide id="5" orient="horz" pos="2978" userDrawn="1">
          <p15:clr>
            <a:srgbClr val="A4A3A4"/>
          </p15:clr>
        </p15:guide>
        <p15:guide id="6" orient="horz" pos="525" userDrawn="1">
          <p15:clr>
            <a:srgbClr val="A4A3A4"/>
          </p15:clr>
        </p15:guide>
        <p15:guide id="7" orient="horz" pos="1523" userDrawn="1">
          <p15:clr>
            <a:srgbClr val="A4A3A4"/>
          </p15:clr>
        </p15:guide>
        <p15:guide id="8" pos="2976" userDrawn="1">
          <p15:clr>
            <a:srgbClr val="A4A3A4"/>
          </p15:clr>
        </p15:guide>
        <p15:guide id="12" pos="249" userDrawn="1">
          <p15:clr>
            <a:srgbClr val="A4A3A4"/>
          </p15:clr>
        </p15:guide>
        <p15:guide id="10" pos="5472" userDrawn="1">
          <p15:clr>
            <a:srgbClr val="A4A3A4"/>
          </p15:clr>
        </p15:guide>
        <p15:guide id="13" pos="559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戚帅" initials="戚帅" lastIdx="46" clrIdx="0"/>
  <p:cmAuthor id="2" name="未定义" initials="PP" lastIdx="12" clrIdx="1"/>
  <p:cmAuthor id="3" name="Pei Chang(联通集团信息化事业部)" initials="PC"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FF95"/>
    <a:srgbClr val="76D6FF"/>
    <a:srgbClr val="FF85FF"/>
    <a:srgbClr val="7A81FF"/>
    <a:srgbClr val="73FEFF"/>
    <a:srgbClr val="72AF2F"/>
    <a:srgbClr val="FF9900"/>
    <a:srgbClr val="CC9900"/>
    <a:srgbClr val="92D050"/>
    <a:srgbClr val="F3D2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61" autoAdjust="0"/>
    <p:restoredTop sz="89741" autoAdjust="0"/>
  </p:normalViewPr>
  <p:slideViewPr>
    <p:cSldViewPr showGuides="1">
      <p:cViewPr varScale="1">
        <p:scale>
          <a:sx n="134" d="100"/>
          <a:sy n="134" d="100"/>
        </p:scale>
        <p:origin x="110" y="173"/>
      </p:cViewPr>
      <p:guideLst>
        <p:guide orient="horz" pos="2145"/>
        <p:guide orient="horz" pos="4110"/>
        <p:guide orient="horz" pos="706"/>
        <p:guide orient="horz" pos="1274"/>
        <p:guide orient="horz" pos="2978"/>
        <p:guide orient="horz" pos="525"/>
        <p:guide orient="horz" pos="1523"/>
        <p:guide pos="2976"/>
        <p:guide pos="249"/>
        <p:guide pos="5472"/>
        <p:guide pos="559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8" Type="http://schemas.openxmlformats.org/officeDocument/2006/relationships/tags" Target="tags/tag59.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38.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29837" cy="497125"/>
          </a:xfrm>
          <a:prstGeom prst="rect">
            <a:avLst/>
          </a:prstGeom>
        </p:spPr>
        <p:txBody>
          <a:bodyPr vert="horz" lIns="92017" tIns="46009" rIns="92017" bIns="46009" rtlCol="0"/>
          <a:lstStyle>
            <a:lvl1pPr algn="l">
              <a:defRPr sz="1200"/>
            </a:lvl1pPr>
          </a:lstStyle>
          <a:p>
            <a:endParaRPr lang="zh-CN" altLang="en-US"/>
          </a:p>
        </p:txBody>
      </p:sp>
      <p:sp>
        <p:nvSpPr>
          <p:cNvPr id="3" name="日期占位符 2"/>
          <p:cNvSpPr>
            <a:spLocks noGrp="1"/>
          </p:cNvSpPr>
          <p:nvPr>
            <p:ph type="dt" sz="quarter" idx="1"/>
          </p:nvPr>
        </p:nvSpPr>
        <p:spPr>
          <a:xfrm>
            <a:off x="3829763" y="1"/>
            <a:ext cx="2929837" cy="497125"/>
          </a:xfrm>
          <a:prstGeom prst="rect">
            <a:avLst/>
          </a:prstGeom>
        </p:spPr>
        <p:txBody>
          <a:bodyPr vert="horz" lIns="92017" tIns="46009" rIns="92017" bIns="46009" rtlCol="0"/>
          <a:lstStyle>
            <a:lvl1pPr algn="r">
              <a:defRPr sz="1200"/>
            </a:lvl1pPr>
          </a:lstStyle>
          <a:p>
            <a:fld id="{5063D3EB-78EC-421F-BB7C-90EEF1DE86FA}" type="datetimeFigureOut">
              <a:rPr lang="zh-CN" altLang="en-US" smtClean="0"/>
            </a:fld>
            <a:endParaRPr lang="zh-CN" altLang="en-US"/>
          </a:p>
        </p:txBody>
      </p:sp>
      <p:sp>
        <p:nvSpPr>
          <p:cNvPr id="4" name="页脚占位符 3"/>
          <p:cNvSpPr>
            <a:spLocks noGrp="1"/>
          </p:cNvSpPr>
          <p:nvPr>
            <p:ph type="ftr" sz="quarter" idx="2"/>
          </p:nvPr>
        </p:nvSpPr>
        <p:spPr>
          <a:xfrm>
            <a:off x="0" y="9443662"/>
            <a:ext cx="2929837" cy="497125"/>
          </a:xfrm>
          <a:prstGeom prst="rect">
            <a:avLst/>
          </a:prstGeom>
        </p:spPr>
        <p:txBody>
          <a:bodyPr vert="horz" lIns="92017" tIns="46009" rIns="92017" bIns="46009"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29763" y="9443662"/>
            <a:ext cx="2929837" cy="497125"/>
          </a:xfrm>
          <a:prstGeom prst="rect">
            <a:avLst/>
          </a:prstGeom>
        </p:spPr>
        <p:txBody>
          <a:bodyPr vert="horz" lIns="92017" tIns="46009" rIns="92017" bIns="46009" rtlCol="0" anchor="b"/>
          <a:lstStyle>
            <a:lvl1pPr algn="r">
              <a:defRPr sz="1200"/>
            </a:lvl1pPr>
          </a:lstStyle>
          <a:p>
            <a:fld id="{A2F81E38-3810-41A0-8174-94DC86E0BDCC}"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29837" cy="497125"/>
          </a:xfrm>
          <a:prstGeom prst="rect">
            <a:avLst/>
          </a:prstGeom>
        </p:spPr>
        <p:txBody>
          <a:bodyPr vert="horz" lIns="92017" tIns="46009" rIns="92017" bIns="46009" rtlCol="0"/>
          <a:lstStyle>
            <a:lvl1pPr algn="l">
              <a:defRPr sz="1200"/>
            </a:lvl1pPr>
          </a:lstStyle>
          <a:p>
            <a:endParaRPr lang="zh-CN" altLang="en-US"/>
          </a:p>
        </p:txBody>
      </p:sp>
      <p:sp>
        <p:nvSpPr>
          <p:cNvPr id="3" name="日期占位符 2"/>
          <p:cNvSpPr>
            <a:spLocks noGrp="1"/>
          </p:cNvSpPr>
          <p:nvPr>
            <p:ph type="dt" idx="1"/>
          </p:nvPr>
        </p:nvSpPr>
        <p:spPr>
          <a:xfrm>
            <a:off x="3829763" y="1"/>
            <a:ext cx="2929837" cy="497125"/>
          </a:xfrm>
          <a:prstGeom prst="rect">
            <a:avLst/>
          </a:prstGeom>
        </p:spPr>
        <p:txBody>
          <a:bodyPr vert="horz" lIns="92017" tIns="46009" rIns="92017" bIns="46009" rtlCol="0"/>
          <a:lstStyle>
            <a:lvl1pPr algn="r">
              <a:defRPr sz="1200"/>
            </a:lvl1pPr>
          </a:lstStyle>
          <a:p>
            <a:fld id="{B49EA19C-139C-42B3-9E0A-111D203DC2E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5088" y="746125"/>
            <a:ext cx="6630987" cy="3729038"/>
          </a:xfrm>
          <a:prstGeom prst="rect">
            <a:avLst/>
          </a:prstGeom>
          <a:noFill/>
          <a:ln w="12700">
            <a:solidFill>
              <a:prstClr val="black"/>
            </a:solidFill>
          </a:ln>
        </p:spPr>
        <p:txBody>
          <a:bodyPr vert="horz" lIns="92017" tIns="46009" rIns="92017" bIns="46009" rtlCol="0" anchor="ctr"/>
          <a:lstStyle/>
          <a:p>
            <a:endParaRPr lang="zh-CN" altLang="en-US"/>
          </a:p>
        </p:txBody>
      </p:sp>
      <p:sp>
        <p:nvSpPr>
          <p:cNvPr id="5" name="备注占位符 4"/>
          <p:cNvSpPr>
            <a:spLocks noGrp="1"/>
          </p:cNvSpPr>
          <p:nvPr>
            <p:ph type="body" sz="quarter" idx="3"/>
          </p:nvPr>
        </p:nvSpPr>
        <p:spPr>
          <a:xfrm>
            <a:off x="676118" y="4722695"/>
            <a:ext cx="5408930" cy="4474131"/>
          </a:xfrm>
          <a:prstGeom prst="rect">
            <a:avLst/>
          </a:prstGeom>
        </p:spPr>
        <p:txBody>
          <a:bodyPr vert="horz" lIns="92017" tIns="46009" rIns="92017" bIns="46009"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43662"/>
            <a:ext cx="2929837" cy="497125"/>
          </a:xfrm>
          <a:prstGeom prst="rect">
            <a:avLst/>
          </a:prstGeom>
        </p:spPr>
        <p:txBody>
          <a:bodyPr vert="horz" lIns="92017" tIns="46009" rIns="92017" bIns="46009"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29763" y="9443662"/>
            <a:ext cx="2929837" cy="497125"/>
          </a:xfrm>
          <a:prstGeom prst="rect">
            <a:avLst/>
          </a:prstGeom>
        </p:spPr>
        <p:txBody>
          <a:bodyPr vert="horz" lIns="92017" tIns="46009" rIns="92017" bIns="46009" rtlCol="0" anchor="b"/>
          <a:lstStyle>
            <a:lvl1pPr algn="r">
              <a:defRPr sz="1200"/>
            </a:lvl1pPr>
          </a:lstStyle>
          <a:p>
            <a:fld id="{F02D8400-7AD2-4CD9-A391-50ADE019D57C}"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3765" rtl="0" eaLnBrk="1" latinLnBrk="0" hangingPunct="1">
      <a:defRPr sz="1200" kern="1200">
        <a:solidFill>
          <a:schemeClr val="tx1"/>
        </a:solidFill>
        <a:latin typeface="+mn-lt"/>
        <a:ea typeface="+mn-ea"/>
        <a:cs typeface="+mn-cs"/>
      </a:defRPr>
    </a:lvl1pPr>
    <a:lvl2pPr marL="456565" algn="l" defTabSz="913765" rtl="0" eaLnBrk="1" latinLnBrk="0" hangingPunct="1">
      <a:defRPr sz="1200" kern="1200">
        <a:solidFill>
          <a:schemeClr val="tx1"/>
        </a:solidFill>
        <a:latin typeface="+mn-lt"/>
        <a:ea typeface="+mn-ea"/>
        <a:cs typeface="+mn-cs"/>
      </a:defRPr>
    </a:lvl2pPr>
    <a:lvl3pPr marL="913765" algn="l" defTabSz="913765" rtl="0" eaLnBrk="1" latinLnBrk="0" hangingPunct="1">
      <a:defRPr sz="1200" kern="1200">
        <a:solidFill>
          <a:schemeClr val="tx1"/>
        </a:solidFill>
        <a:latin typeface="+mn-lt"/>
        <a:ea typeface="+mn-ea"/>
        <a:cs typeface="+mn-cs"/>
      </a:defRPr>
    </a:lvl3pPr>
    <a:lvl4pPr marL="1370965" algn="l" defTabSz="913765" rtl="0" eaLnBrk="1" latinLnBrk="0" hangingPunct="1">
      <a:defRPr sz="1200" kern="1200">
        <a:solidFill>
          <a:schemeClr val="tx1"/>
        </a:solidFill>
        <a:latin typeface="+mn-lt"/>
        <a:ea typeface="+mn-ea"/>
        <a:cs typeface="+mn-cs"/>
      </a:defRPr>
    </a:lvl4pPr>
    <a:lvl5pPr marL="1827530" algn="l" defTabSz="913765" rtl="0" eaLnBrk="1" latinLnBrk="0" hangingPunct="1">
      <a:defRPr sz="1200" kern="1200">
        <a:solidFill>
          <a:schemeClr val="tx1"/>
        </a:solidFill>
        <a:latin typeface="+mn-lt"/>
        <a:ea typeface="+mn-ea"/>
        <a:cs typeface="+mn-cs"/>
      </a:defRPr>
    </a:lvl5pPr>
    <a:lvl6pPr marL="2284095" algn="l" defTabSz="913765" rtl="0" eaLnBrk="1" latinLnBrk="0" hangingPunct="1">
      <a:defRPr sz="1200" kern="1200">
        <a:solidFill>
          <a:schemeClr val="tx1"/>
        </a:solidFill>
        <a:latin typeface="+mn-lt"/>
        <a:ea typeface="+mn-ea"/>
        <a:cs typeface="+mn-cs"/>
      </a:defRPr>
    </a:lvl6pPr>
    <a:lvl7pPr marL="2741295" algn="l" defTabSz="913765" rtl="0" eaLnBrk="1" latinLnBrk="0" hangingPunct="1">
      <a:defRPr sz="1200" kern="1200">
        <a:solidFill>
          <a:schemeClr val="tx1"/>
        </a:solidFill>
        <a:latin typeface="+mn-lt"/>
        <a:ea typeface="+mn-ea"/>
        <a:cs typeface="+mn-cs"/>
      </a:defRPr>
    </a:lvl7pPr>
    <a:lvl8pPr marL="3197860" algn="l" defTabSz="913765" rtl="0" eaLnBrk="1" latinLnBrk="0" hangingPunct="1">
      <a:defRPr sz="1200" kern="1200">
        <a:solidFill>
          <a:schemeClr val="tx1"/>
        </a:solidFill>
        <a:latin typeface="+mn-lt"/>
        <a:ea typeface="+mn-ea"/>
        <a:cs typeface="+mn-cs"/>
      </a:defRPr>
    </a:lvl8pPr>
    <a:lvl9pPr marL="365506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4.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3.emf"/><Relationship Id="rId3" Type="http://schemas.openxmlformats.org/officeDocument/2006/relationships/oleObject" Target="../embeddings/oleObject1.bin"/><Relationship Id="rId2" Type="http://schemas.openxmlformats.org/officeDocument/2006/relationships/tags" Target="../tags/tag1.xml"/><Relationship Id="rId14" Type="http://schemas.openxmlformats.org/officeDocument/2006/relationships/vmlDrawing" Target="../drawings/vmlDrawing1.v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oleObject" Target="../embeddings/oleObject2.bin"/><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02412" y="1731661"/>
            <a:ext cx="8139178" cy="674375"/>
          </a:xfrm>
        </p:spPr>
        <p:txBody>
          <a:bodyPr lIns="101600" tIns="38100" rIns="25400" bIns="38100" anchor="t" anchorCtr="0">
            <a:noAutofit/>
          </a:bodyPr>
          <a:lstStyle>
            <a:lvl1pPr algn="ctr">
              <a:defRPr sz="405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502444" y="2674144"/>
            <a:ext cx="8139113" cy="601028"/>
          </a:xfrm>
        </p:spPr>
        <p:txBody>
          <a:bodyPr lIns="101600" tIns="38100" rIns="76200" bIns="38100" anchor="ctr" anchorCtr="0">
            <a:noAutofit/>
          </a:bodyPr>
          <a:lstStyle>
            <a:lvl1pPr marL="0" indent="0" algn="ctr" eaLnBrk="1" fontAlgn="auto" latinLnBrk="0" hangingPunct="1">
              <a:lnSpc>
                <a:spcPct val="100000"/>
              </a:lnSpc>
              <a:buNone/>
              <a:defRPr sz="1800" u="none" strike="noStrike" kern="1200" cap="none" spc="200" normalizeH="0" baseline="0">
                <a:solidFill>
                  <a:schemeClr val="tx1"/>
                </a:solidFill>
                <a:uFillTx/>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02412" y="435919"/>
            <a:ext cx="8139178" cy="48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502444" y="1131094"/>
            <a:ext cx="8139113" cy="3561874"/>
          </a:xfrm>
          <a:prstGeom prst="rect">
            <a:avLst/>
          </a:prstGeom>
        </p:spPr>
        <p:txBody>
          <a:bodyPr vert="horz" lIns="101600" tIns="0" rIns="82550" bIns="0" rtlCol="0">
            <a:normAutofit/>
          </a:bodyPr>
          <a:lstStyle>
            <a:lvl1pPr>
              <a:defRPr sz="1800"/>
            </a:lvl1pPr>
            <a:lvl2pPr>
              <a:defRPr sz="1800"/>
            </a:lvl2pPr>
            <a:lvl3pPr>
              <a:defRPr sz="1800"/>
            </a:lvl3pPr>
            <a:lvl4pPr>
              <a:defRPr sz="1800"/>
            </a:lvl4pPr>
            <a:lvl5pPr>
              <a:defRPr sz="1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630079" y="545783"/>
            <a:ext cx="2948940" cy="836295"/>
          </a:xfrm>
        </p:spPr>
        <p:txBody>
          <a:bodyPr anchor="ctr" anchorCtr="0"/>
          <a:lstStyle>
            <a:lvl1pPr>
              <a:defRPr sz="2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3853815" y="545783"/>
            <a:ext cx="4629150" cy="4052411"/>
          </a:xfrm>
        </p:spPr>
        <p:txBody>
          <a:bodyPr/>
          <a:lstStyle>
            <a:lvl1pPr>
              <a:defRPr sz="1800">
                <a:latin typeface="+mn-ea"/>
                <a:ea typeface="+mn-ea"/>
              </a:defRPr>
            </a:lvl1pPr>
            <a:lvl2pPr marL="342900" indent="0">
              <a:buNone/>
              <a:defRPr sz="1800">
                <a:latin typeface="+mn-ea"/>
                <a:ea typeface="+mn-ea"/>
              </a:defRPr>
            </a:lvl2pPr>
            <a:lvl3pPr>
              <a:defRPr sz="1800">
                <a:latin typeface="+mn-ea"/>
                <a:ea typeface="+mn-ea"/>
              </a:defRPr>
            </a:lvl3pPr>
            <a:lvl4pPr>
              <a:defRPr sz="1800">
                <a:latin typeface="+mn-ea"/>
                <a:ea typeface="+mn-ea"/>
              </a:defRPr>
            </a:lvl4pPr>
            <a:lvl5pPr>
              <a:defRPr sz="1800">
                <a:latin typeface="+mn-ea"/>
                <a:ea typeface="+mn-ea"/>
              </a:defRPr>
            </a:lvl5pPr>
            <a:lvl6pPr>
              <a:defRPr sz="1500"/>
            </a:lvl6pPr>
            <a:lvl7pPr>
              <a:defRPr sz="1500"/>
            </a:lvl7pPr>
            <a:lvl8pPr>
              <a:defRPr sz="1500"/>
            </a:lvl8pPr>
            <a:lvl9pPr>
              <a:defRPr sz="15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630079" y="1679734"/>
            <a:ext cx="2948940" cy="2918936"/>
          </a:xfrm>
        </p:spPr>
        <p:txBody>
          <a:bodyPr/>
          <a:lstStyle>
            <a:lvl1pPr marL="257175" indent="-257175">
              <a:buFont typeface="Arial" panose="020B0604020202020204" pitchFamily="34" charset="0"/>
              <a:buChar char="•"/>
              <a:defRPr sz="1800">
                <a:latin typeface="+mn-ea"/>
                <a:ea typeface="+mn-ea"/>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502444" y="4203859"/>
            <a:ext cx="8139113" cy="418624"/>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502444" y="481013"/>
            <a:ext cx="8139113" cy="341709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3429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9147334" cy="515112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3429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350996" y="423863"/>
            <a:ext cx="4050030" cy="4295775"/>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4715828" y="423863"/>
            <a:ext cx="4050030" cy="4295775"/>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502412" y="467693"/>
            <a:ext cx="8139178" cy="674375"/>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2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4" name="Picture 2055" descr="色条 拷贝"/>
          <p:cNvPicPr>
            <a:picLocks noChangeAspect="1" noChangeArrowheads="1"/>
          </p:cNvPicPr>
          <p:nvPr/>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5" name="Text Box 16"/>
          <p:cNvSpPr txBox="1">
            <a:spLocks noChangeArrowheads="1"/>
          </p:cNvSpPr>
          <p:nvPr/>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6" name="Group 31"/>
          <p:cNvGrpSpPr/>
          <p:nvPr/>
        </p:nvGrpSpPr>
        <p:grpSpPr bwMode="auto">
          <a:xfrm>
            <a:off x="560390" y="4786312"/>
            <a:ext cx="287337" cy="215504"/>
            <a:chOff x="3742" y="3113"/>
            <a:chExt cx="136" cy="136"/>
          </a:xfrm>
        </p:grpSpPr>
        <p:sp>
          <p:nvSpPr>
            <p:cNvPr id="7"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8"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9" name="Group 34"/>
          <p:cNvGrpSpPr/>
          <p:nvPr/>
        </p:nvGrpSpPr>
        <p:grpSpPr bwMode="auto">
          <a:xfrm>
            <a:off x="250833" y="5003008"/>
            <a:ext cx="287338" cy="215504"/>
            <a:chOff x="3742" y="3113"/>
            <a:chExt cx="136" cy="136"/>
          </a:xfrm>
        </p:grpSpPr>
        <p:sp>
          <p:nvSpPr>
            <p:cNvPr id="10"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1"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12" name="Picture 3" descr="C:\Users\vivianting\Desktop\1234131.png"/>
          <p:cNvPicPr>
            <a:picLocks noChangeAspect="1" noChangeArrowheads="1"/>
          </p:cNvPicPr>
          <p:nvPr/>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
        <p:nvSpPr>
          <p:cNvPr id="3074" name="Rectangle 2"/>
          <p:cNvSpPr>
            <a:spLocks noGrp="1" noChangeArrowheads="1"/>
          </p:cNvSpPr>
          <p:nvPr>
            <p:ph type="ctrTitle" hasCustomPrompt="1"/>
          </p:nvPr>
        </p:nvSpPr>
        <p:spPr>
          <a:xfrm>
            <a:off x="468321" y="1815666"/>
            <a:ext cx="8207375" cy="1512168"/>
          </a:xfrm>
        </p:spPr>
        <p:txBody>
          <a:bodyPr/>
          <a:lstStyle>
            <a:lvl1pPr marL="0" algn="ctr">
              <a:lnSpc>
                <a:spcPct val="150000"/>
              </a:lnSpc>
              <a:defRPr sz="4400" baseline="0">
                <a:solidFill>
                  <a:schemeClr val="bg1"/>
                </a:solidFill>
              </a:defRPr>
            </a:lvl1pPr>
          </a:lstStyle>
          <a:p>
            <a:r>
              <a:rPr lang="zh-CN" altLang="en-US" dirty="0"/>
              <a:t>主标题：雅黑</a:t>
            </a:r>
            <a:r>
              <a:rPr lang="en-US" altLang="zh-CN"/>
              <a:t>/44pt</a:t>
            </a:r>
            <a:endParaRPr lang="en-US" altLang="zh-CN" dirty="0"/>
          </a:p>
        </p:txBody>
      </p:sp>
      <p:pic>
        <p:nvPicPr>
          <p:cNvPr id="13" name="Picture 2055" descr="色条 拷贝"/>
          <p:cNvPicPr>
            <a:picLocks noChangeAspect="1" noChangeArrowheads="1"/>
          </p:cNvPicPr>
          <p:nvPr userDrawn="1"/>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14" name="Text Box 16"/>
          <p:cNvSpPr txBox="1">
            <a:spLocks noChangeArrowheads="1"/>
          </p:cNvSpPr>
          <p:nvPr userDrawn="1"/>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15" name="Group 31"/>
          <p:cNvGrpSpPr/>
          <p:nvPr userDrawn="1"/>
        </p:nvGrpSpPr>
        <p:grpSpPr bwMode="auto">
          <a:xfrm>
            <a:off x="560390" y="4786312"/>
            <a:ext cx="287337" cy="215504"/>
            <a:chOff x="3742" y="3113"/>
            <a:chExt cx="136" cy="136"/>
          </a:xfrm>
        </p:grpSpPr>
        <p:sp>
          <p:nvSpPr>
            <p:cNvPr id="16"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7"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18" name="Group 34"/>
          <p:cNvGrpSpPr/>
          <p:nvPr userDrawn="1"/>
        </p:nvGrpSpPr>
        <p:grpSpPr bwMode="auto">
          <a:xfrm>
            <a:off x="250833" y="5003008"/>
            <a:ext cx="287338" cy="215504"/>
            <a:chOff x="3742" y="3113"/>
            <a:chExt cx="136" cy="136"/>
          </a:xfrm>
        </p:grpSpPr>
        <p:sp>
          <p:nvSpPr>
            <p:cNvPr id="19"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20"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21" name="Picture 3" descr="C:\Users\vivianting\Desktop\1234131.png"/>
          <p:cNvPicPr>
            <a:picLocks noChangeAspect="1" noChangeArrowheads="1"/>
          </p:cNvPicPr>
          <p:nvPr userDrawn="1"/>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fltVal val="0"/>
                                          </p:val>
                                        </p:tav>
                                        <p:tav tm="100000">
                                          <p:val>
                                            <p:strVal val="#ppt_w"/>
                                          </p:val>
                                        </p:tav>
                                      </p:tavLst>
                                    </p:anim>
                                    <p:anim calcmode="lin" valueType="num">
                                      <p:cBhvr>
                                        <p:cTn id="12" dur="1000" fill="hold"/>
                                        <p:tgtEl>
                                          <p:spTgt spid="6"/>
                                        </p:tgtEl>
                                        <p:attrNameLst>
                                          <p:attrName>ppt_h</p:attrName>
                                        </p:attrNameLst>
                                      </p:cBhvr>
                                      <p:tavLst>
                                        <p:tav tm="0">
                                          <p:val>
                                            <p:fltVal val="0"/>
                                          </p:val>
                                        </p:tav>
                                        <p:tav tm="100000">
                                          <p:val>
                                            <p:strVal val="#ppt_h"/>
                                          </p:val>
                                        </p:tav>
                                      </p:tavLst>
                                    </p:anim>
                                    <p:animEffect transition="in" filter="fade">
                                      <p:cBhvr>
                                        <p:cTn id="13" dur="1000"/>
                                        <p:tgtEl>
                                          <p:spTgt spid="6"/>
                                        </p:tgtEl>
                                      </p:cBhvr>
                                    </p:animEffect>
                                  </p:childTnLst>
                                </p:cTn>
                              </p:par>
                              <p:par>
                                <p:cTn id="14"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15" dur="3000" spd="-100000" fill="hold"/>
                                        <p:tgtEl>
                                          <p:spTgt spid="6"/>
                                        </p:tgtEl>
                                        <p:attrNameLst>
                                          <p:attrName>ppt_x</p:attrName>
                                          <p:attrName>ppt_y</p:attrName>
                                        </p:attrNameLst>
                                      </p:cBhvr>
                                      <p:rCtr x="-2147483648" y="-2147483648"/>
                                    </p:animMotion>
                                  </p:childTnLst>
                                </p:cTn>
                              </p:par>
                              <p:par>
                                <p:cTn id="16" presetID="26" presetClass="emph" presetSubtype="0" repeatCount="indefinite" fill="hold" nodeType="withEffect">
                                  <p:stCondLst>
                                    <p:cond delay="1200"/>
                                  </p:stCondLst>
                                  <p:childTnLst>
                                    <p:animEffect transition="out" filter="fade">
                                      <p:cBhvr>
                                        <p:cTn id="17" dur="1000" tmFilter="0, 0; .2, .5; .8, .5; 1, 0"/>
                                        <p:tgtEl>
                                          <p:spTgt spid="6"/>
                                        </p:tgtEl>
                                      </p:cBhvr>
                                    </p:animEffect>
                                    <p:animScale>
                                      <p:cBhvr>
                                        <p:cTn id="18" dur="500" autoRev="1" fill="hold"/>
                                        <p:tgtEl>
                                          <p:spTgt spid="6"/>
                                        </p:tgtEl>
                                      </p:cBhvr>
                                      <p:by x="105000" y="105000"/>
                                    </p:animScale>
                                  </p:childTnLst>
                                </p:cTn>
                              </p:par>
                              <p:par>
                                <p:cTn id="19" presetID="53" presetClass="entr" presetSubtype="16" fill="hold" nodeType="withEffect">
                                  <p:stCondLst>
                                    <p:cond delay="60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fltVal val="0"/>
                                          </p:val>
                                        </p:tav>
                                        <p:tav tm="100000">
                                          <p:val>
                                            <p:strVal val="#ppt_w"/>
                                          </p:val>
                                        </p:tav>
                                      </p:tavLst>
                                    </p:anim>
                                    <p:anim calcmode="lin" valueType="num">
                                      <p:cBhvr>
                                        <p:cTn id="22" dur="1000" fill="hold"/>
                                        <p:tgtEl>
                                          <p:spTgt spid="9"/>
                                        </p:tgtEl>
                                        <p:attrNameLst>
                                          <p:attrName>ppt_h</p:attrName>
                                        </p:attrNameLst>
                                      </p:cBhvr>
                                      <p:tavLst>
                                        <p:tav tm="0">
                                          <p:val>
                                            <p:fltVal val="0"/>
                                          </p:val>
                                        </p:tav>
                                        <p:tav tm="100000">
                                          <p:val>
                                            <p:strVal val="#ppt_h"/>
                                          </p:val>
                                        </p:tav>
                                      </p:tavLst>
                                    </p:anim>
                                    <p:animEffect transition="in" filter="fade">
                                      <p:cBhvr>
                                        <p:cTn id="23" dur="1000"/>
                                        <p:tgtEl>
                                          <p:spTgt spid="9"/>
                                        </p:tgtEl>
                                      </p:cBhvr>
                                    </p:animEffect>
                                  </p:childTnLst>
                                </p:cTn>
                              </p:par>
                              <p:par>
                                <p:cTn id="24"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25" dur="3000" fill="hold"/>
                                        <p:tgtEl>
                                          <p:spTgt spid="9"/>
                                        </p:tgtEl>
                                        <p:attrNameLst>
                                          <p:attrName>ppt_x</p:attrName>
                                          <p:attrName>ppt_y</p:attrName>
                                        </p:attrNameLst>
                                      </p:cBhvr>
                                      <p:rCtr x="-2147483648" y="-2147483648"/>
                                    </p:animMotion>
                                  </p:childTnLst>
                                </p:cTn>
                              </p:par>
                              <p:par>
                                <p:cTn id="26" presetID="26" presetClass="emph" presetSubtype="0" repeatCount="indefinite" fill="hold" nodeType="withEffect">
                                  <p:stCondLst>
                                    <p:cond delay="1700"/>
                                  </p:stCondLst>
                                  <p:childTnLst>
                                    <p:animEffect transition="out" filter="fade">
                                      <p:cBhvr>
                                        <p:cTn id="27" dur="1000" tmFilter="0, 0; .2, .5; .8, .5; 1, 0"/>
                                        <p:tgtEl>
                                          <p:spTgt spid="9"/>
                                        </p:tgtEl>
                                      </p:cBhvr>
                                    </p:animEffect>
                                    <p:animScale>
                                      <p:cBhvr>
                                        <p:cTn id="28" dur="500" autoRev="1" fill="hold"/>
                                        <p:tgtEl>
                                          <p:spTgt spid="9"/>
                                        </p:tgtEl>
                                      </p:cBhvr>
                                      <p:by x="105000" y="105000"/>
                                    </p:animScale>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500"/>
                            </p:stCondLst>
                            <p:childTnLst>
                              <p:par>
                                <p:cTn id="33" presetID="53" presetClass="entr" presetSubtype="16"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1000" fill="hold"/>
                                        <p:tgtEl>
                                          <p:spTgt spid="15"/>
                                        </p:tgtEl>
                                        <p:attrNameLst>
                                          <p:attrName>ppt_w</p:attrName>
                                        </p:attrNameLst>
                                      </p:cBhvr>
                                      <p:tavLst>
                                        <p:tav tm="0">
                                          <p:val>
                                            <p:fltVal val="0"/>
                                          </p:val>
                                        </p:tav>
                                        <p:tav tm="100000">
                                          <p:val>
                                            <p:strVal val="#ppt_w"/>
                                          </p:val>
                                        </p:tav>
                                      </p:tavLst>
                                    </p:anim>
                                    <p:anim calcmode="lin" valueType="num">
                                      <p:cBhvr>
                                        <p:cTn id="36" dur="1000" fill="hold"/>
                                        <p:tgtEl>
                                          <p:spTgt spid="15"/>
                                        </p:tgtEl>
                                        <p:attrNameLst>
                                          <p:attrName>ppt_h</p:attrName>
                                        </p:attrNameLst>
                                      </p:cBhvr>
                                      <p:tavLst>
                                        <p:tav tm="0">
                                          <p:val>
                                            <p:fltVal val="0"/>
                                          </p:val>
                                        </p:tav>
                                        <p:tav tm="100000">
                                          <p:val>
                                            <p:strVal val="#ppt_h"/>
                                          </p:val>
                                        </p:tav>
                                      </p:tavLst>
                                    </p:anim>
                                    <p:animEffect transition="in" filter="fade">
                                      <p:cBhvr>
                                        <p:cTn id="37" dur="1000"/>
                                        <p:tgtEl>
                                          <p:spTgt spid="15"/>
                                        </p:tgtEl>
                                      </p:cBhvr>
                                    </p:animEffect>
                                  </p:childTnLst>
                                </p:cTn>
                              </p:par>
                              <p:par>
                                <p:cTn id="38"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39" dur="3000" spd="-100000" fill="hold"/>
                                        <p:tgtEl>
                                          <p:spTgt spid="15"/>
                                        </p:tgtEl>
                                        <p:attrNameLst>
                                          <p:attrName>ppt_x</p:attrName>
                                          <p:attrName>ppt_y</p:attrName>
                                        </p:attrNameLst>
                                      </p:cBhvr>
                                      <p:rCtr x="-2147483648" y="-2147483648"/>
                                    </p:animMotion>
                                  </p:childTnLst>
                                </p:cTn>
                              </p:par>
                              <p:par>
                                <p:cTn id="40" presetID="26" presetClass="emph" presetSubtype="0" repeatCount="indefinite" fill="hold" nodeType="withEffect">
                                  <p:stCondLst>
                                    <p:cond delay="1200"/>
                                  </p:stCondLst>
                                  <p:childTnLst>
                                    <p:animEffect transition="out" filter="fade">
                                      <p:cBhvr>
                                        <p:cTn id="41" dur="1000" tmFilter="0, 0; .2, .5; .8, .5; 1, 0"/>
                                        <p:tgtEl>
                                          <p:spTgt spid="15"/>
                                        </p:tgtEl>
                                      </p:cBhvr>
                                    </p:animEffect>
                                    <p:animScale>
                                      <p:cBhvr>
                                        <p:cTn id="42" dur="500" autoRev="1" fill="hold"/>
                                        <p:tgtEl>
                                          <p:spTgt spid="15"/>
                                        </p:tgtEl>
                                      </p:cBhvr>
                                      <p:by x="105000" y="105000"/>
                                    </p:animScale>
                                  </p:childTnLst>
                                </p:cTn>
                              </p:par>
                              <p:par>
                                <p:cTn id="43" presetID="53" presetClass="entr" presetSubtype="16" fill="hold" nodeType="withEffect">
                                  <p:stCondLst>
                                    <p:cond delay="600"/>
                                  </p:stCondLst>
                                  <p:childTnLst>
                                    <p:set>
                                      <p:cBhvr>
                                        <p:cTn id="44" dur="1" fill="hold">
                                          <p:stCondLst>
                                            <p:cond delay="0"/>
                                          </p:stCondLst>
                                        </p:cTn>
                                        <p:tgtEl>
                                          <p:spTgt spid="18"/>
                                        </p:tgtEl>
                                        <p:attrNameLst>
                                          <p:attrName>style.visibility</p:attrName>
                                        </p:attrNameLst>
                                      </p:cBhvr>
                                      <p:to>
                                        <p:strVal val="visible"/>
                                      </p:to>
                                    </p:set>
                                    <p:anim calcmode="lin" valueType="num">
                                      <p:cBhvr>
                                        <p:cTn id="45" dur="1000" fill="hold"/>
                                        <p:tgtEl>
                                          <p:spTgt spid="18"/>
                                        </p:tgtEl>
                                        <p:attrNameLst>
                                          <p:attrName>ppt_w</p:attrName>
                                        </p:attrNameLst>
                                      </p:cBhvr>
                                      <p:tavLst>
                                        <p:tav tm="0">
                                          <p:val>
                                            <p:fltVal val="0"/>
                                          </p:val>
                                        </p:tav>
                                        <p:tav tm="100000">
                                          <p:val>
                                            <p:strVal val="#ppt_w"/>
                                          </p:val>
                                        </p:tav>
                                      </p:tavLst>
                                    </p:anim>
                                    <p:anim calcmode="lin" valueType="num">
                                      <p:cBhvr>
                                        <p:cTn id="46" dur="1000" fill="hold"/>
                                        <p:tgtEl>
                                          <p:spTgt spid="18"/>
                                        </p:tgtEl>
                                        <p:attrNameLst>
                                          <p:attrName>ppt_h</p:attrName>
                                        </p:attrNameLst>
                                      </p:cBhvr>
                                      <p:tavLst>
                                        <p:tav tm="0">
                                          <p:val>
                                            <p:fltVal val="0"/>
                                          </p:val>
                                        </p:tav>
                                        <p:tav tm="100000">
                                          <p:val>
                                            <p:strVal val="#ppt_h"/>
                                          </p:val>
                                        </p:tav>
                                      </p:tavLst>
                                    </p:anim>
                                    <p:animEffect transition="in" filter="fade">
                                      <p:cBhvr>
                                        <p:cTn id="47" dur="1000"/>
                                        <p:tgtEl>
                                          <p:spTgt spid="18"/>
                                        </p:tgtEl>
                                      </p:cBhvr>
                                    </p:animEffect>
                                  </p:childTnLst>
                                </p:cTn>
                              </p:par>
                              <p:par>
                                <p:cTn id="48"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49" dur="3000" fill="hold"/>
                                        <p:tgtEl>
                                          <p:spTgt spid="18"/>
                                        </p:tgtEl>
                                        <p:attrNameLst>
                                          <p:attrName>ppt_x</p:attrName>
                                          <p:attrName>ppt_y</p:attrName>
                                        </p:attrNameLst>
                                      </p:cBhvr>
                                      <p:rCtr x="-2147483648" y="-2147483648"/>
                                    </p:animMotion>
                                  </p:childTnLst>
                                </p:cTn>
                              </p:par>
                              <p:par>
                                <p:cTn id="50" presetID="26" presetClass="emph" presetSubtype="0" repeatCount="indefinite" fill="hold" nodeType="withEffect">
                                  <p:stCondLst>
                                    <p:cond delay="1700"/>
                                  </p:stCondLst>
                                  <p:childTnLst>
                                    <p:animEffect transition="out" filter="fade">
                                      <p:cBhvr>
                                        <p:cTn id="51" dur="1000" tmFilter="0, 0; .2, .5; .8, .5; 1, 0"/>
                                        <p:tgtEl>
                                          <p:spTgt spid="18"/>
                                        </p:tgtEl>
                                      </p:cBhvr>
                                    </p:animEffect>
                                    <p:animScale>
                                      <p:cBhvr>
                                        <p:cTn id="52" dur="50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5" name="灯片编号占位符 1"/>
          <p:cNvSpPr>
            <a:spLocks noGrp="1"/>
          </p:cNvSpPr>
          <p:nvPr>
            <p:ph type="sldNum" sz="quarter" idx="4"/>
          </p:nvPr>
        </p:nvSpPr>
        <p:spPr bwMode="auto">
          <a:xfrm>
            <a:off x="8676456" y="4876006"/>
            <a:ext cx="576000" cy="216000"/>
          </a:xfrm>
          <a:prstGeom prst="rect">
            <a:avLst/>
          </a:prstGeom>
          <a:ln>
            <a:miter lim="800000"/>
          </a:ln>
        </p:spPr>
        <p:txBody>
          <a:bodyPr/>
          <a:lstStyle>
            <a:lvl1pPr algn="ctr">
              <a:lnSpc>
                <a:spcPct val="100000"/>
              </a:lnSpc>
              <a:defRPr sz="1200" b="1"/>
            </a:lvl1pPr>
          </a:lstStyle>
          <a:p>
            <a:pPr fontAlgn="base">
              <a:spcBef>
                <a:spcPct val="0"/>
              </a:spcBef>
              <a:spcAft>
                <a:spcPct val="0"/>
              </a:spcAft>
              <a:defRPr/>
            </a:pPr>
            <a:fld id="{03FC912D-3FE9-4018-B22A-84E35E38B07C}" type="slidenum">
              <a:rPr lang="zh-CN" altLang="en-US" smtClean="0">
                <a:solidFill>
                  <a:srgbClr val="000000"/>
                </a:solidFill>
                <a:latin typeface="Arial" panose="020B0604020202020204"/>
                <a:sym typeface="Arial" panose="020B0604020202020204"/>
              </a:rPr>
            </a:fld>
            <a:endParaRPr lang="en-US" altLang="zh-CN" dirty="0">
              <a:solidFill>
                <a:srgbClr val="000000"/>
              </a:solidFill>
              <a:latin typeface="Arial" panose="020B0604020202020204"/>
              <a:sym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a:xfrm>
            <a:off x="457200" y="4767263"/>
            <a:ext cx="2133600" cy="273844"/>
          </a:xfrm>
          <a:prstGeom prst="rect">
            <a:avLst/>
          </a:prstGeom>
        </p:spPr>
        <p:txBody>
          <a:bodyPr/>
          <a:lstStyle>
            <a:lvl1pPr>
              <a:defRPr/>
            </a:lvl1pPr>
          </a:lstStyle>
          <a:p>
            <a:pPr>
              <a:defRPr/>
            </a:pPr>
            <a:endParaRPr lang="zh-CN" altLang="en-US"/>
          </a:p>
        </p:txBody>
      </p:sp>
      <p:sp>
        <p:nvSpPr>
          <p:cNvPr id="6" name="页脚占位符 4"/>
          <p:cNvSpPr>
            <a:spLocks noGrp="1"/>
          </p:cNvSpPr>
          <p:nvPr>
            <p:ph type="ftr" sz="quarter" idx="11"/>
          </p:nvPr>
        </p:nvSpPr>
        <p:spPr>
          <a:xfrm>
            <a:off x="3124200" y="4767263"/>
            <a:ext cx="2895600" cy="273844"/>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B99BA904-8023-4E74-B402-69BE6E786E5B}"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361044" y="4867275"/>
            <a:ext cx="2097335" cy="341710"/>
          </a:xfrm>
          <a:prstGeom prst="rect">
            <a:avLst/>
          </a:prstGeom>
        </p:spPr>
        <p:txBody>
          <a:bodyPr vert="horz" wrap="square" lIns="91440" tIns="45720" rIns="91440" bIns="45720" numCol="1" anchor="t" anchorCtr="0" compatLnSpc="1"/>
          <a:lstStyle>
            <a:lvl1pPr eaLnBrk="1" hangingPunct="1">
              <a:buClr>
                <a:srgbClr val="000000"/>
              </a:buClr>
              <a:defRPr smtClean="0">
                <a:solidFill>
                  <a:srgbClr val="000000"/>
                </a:solidFill>
              </a:defRPr>
            </a:lvl1pPr>
          </a:lstStyle>
          <a:p>
            <a:pPr>
              <a:defRPr/>
            </a:pPr>
            <a:r>
              <a:rPr lang="de-DE" altLang="zh-CN"/>
              <a:t>Page </a:t>
            </a:r>
            <a:fld id="{CE004961-6B15-4DB7-B690-E47A36F28254}" type="slidenum">
              <a:rPr lang="de-DE" altLang="zh-CN"/>
            </a:fld>
            <a:endParaRPr lang="en-GB"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2_标题幻灯片">
    <p:spTree>
      <p:nvGrpSpPr>
        <p:cNvPr id="1" name=""/>
        <p:cNvGrpSpPr/>
        <p:nvPr/>
      </p:nvGrpSpPr>
      <p:grpSpPr>
        <a:xfrm>
          <a:off x="0" y="0"/>
          <a:ext cx="0" cy="0"/>
          <a:chOff x="0" y="0"/>
          <a:chExt cx="0" cy="0"/>
        </a:xfrm>
      </p:grpSpPr>
      <p:pic>
        <p:nvPicPr>
          <p:cNvPr id="4" name="Picture 2055" descr="色条 拷贝"/>
          <p:cNvPicPr>
            <a:picLocks noChangeAspect="1" noChangeArrowheads="1"/>
          </p:cNvPicPr>
          <p:nvPr/>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5" name="Text Box 16"/>
          <p:cNvSpPr txBox="1">
            <a:spLocks noChangeArrowheads="1"/>
          </p:cNvSpPr>
          <p:nvPr/>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2" name="Group 31"/>
          <p:cNvGrpSpPr/>
          <p:nvPr/>
        </p:nvGrpSpPr>
        <p:grpSpPr bwMode="auto">
          <a:xfrm>
            <a:off x="560390" y="4786312"/>
            <a:ext cx="287337" cy="215504"/>
            <a:chOff x="3742" y="3113"/>
            <a:chExt cx="136" cy="136"/>
          </a:xfrm>
        </p:grpSpPr>
        <p:sp>
          <p:nvSpPr>
            <p:cNvPr id="7"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8"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3" name="Group 34"/>
          <p:cNvGrpSpPr/>
          <p:nvPr/>
        </p:nvGrpSpPr>
        <p:grpSpPr bwMode="auto">
          <a:xfrm>
            <a:off x="250833" y="5003008"/>
            <a:ext cx="287338" cy="215504"/>
            <a:chOff x="3742" y="3113"/>
            <a:chExt cx="136" cy="136"/>
          </a:xfrm>
        </p:grpSpPr>
        <p:sp>
          <p:nvSpPr>
            <p:cNvPr id="10"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1"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12" name="Picture 3" descr="C:\Users\vivianting\Desktop\1234131.png"/>
          <p:cNvPicPr>
            <a:picLocks noChangeAspect="1" noChangeArrowheads="1"/>
          </p:cNvPicPr>
          <p:nvPr/>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
        <p:nvSpPr>
          <p:cNvPr id="3074" name="Rectangle 2"/>
          <p:cNvSpPr>
            <a:spLocks noGrp="1" noChangeArrowheads="1"/>
          </p:cNvSpPr>
          <p:nvPr>
            <p:ph type="ctrTitle" hasCustomPrompt="1"/>
          </p:nvPr>
        </p:nvSpPr>
        <p:spPr>
          <a:xfrm>
            <a:off x="468321" y="1815666"/>
            <a:ext cx="8207375" cy="1512168"/>
          </a:xfrm>
        </p:spPr>
        <p:txBody>
          <a:bodyPr/>
          <a:lstStyle>
            <a:lvl1pPr marL="0" algn="ctr">
              <a:lnSpc>
                <a:spcPct val="150000"/>
              </a:lnSpc>
              <a:defRPr sz="4400" baseline="0">
                <a:solidFill>
                  <a:schemeClr val="bg1"/>
                </a:solidFill>
              </a:defRPr>
            </a:lvl1pPr>
          </a:lstStyle>
          <a:p>
            <a:r>
              <a:rPr lang="zh-CN" altLang="en-US" dirty="0"/>
              <a:t>主标题：雅黑</a:t>
            </a:r>
            <a:r>
              <a:rPr lang="en-US" altLang="zh-CN"/>
              <a:t>/44pt</a:t>
            </a:r>
            <a:endParaRPr lang="en-US" altLang="zh-CN" dirty="0"/>
          </a:p>
        </p:txBody>
      </p:sp>
      <p:pic>
        <p:nvPicPr>
          <p:cNvPr id="13" name="Picture 2055" descr="色条 拷贝"/>
          <p:cNvPicPr>
            <a:picLocks noChangeAspect="1" noChangeArrowheads="1"/>
          </p:cNvPicPr>
          <p:nvPr userDrawn="1"/>
        </p:nvPicPr>
        <p:blipFill>
          <a:blip r:embed="rId2" cstate="print"/>
          <a:srcRect/>
          <a:stretch>
            <a:fillRect/>
          </a:stretch>
        </p:blipFill>
        <p:spPr bwMode="auto">
          <a:xfrm>
            <a:off x="0" y="1125169"/>
            <a:ext cx="9144000" cy="2775347"/>
          </a:xfrm>
          <a:prstGeom prst="rect">
            <a:avLst/>
          </a:prstGeom>
          <a:noFill/>
          <a:ln w="9525">
            <a:noFill/>
            <a:miter lim="800000"/>
            <a:headEnd/>
            <a:tailEnd/>
          </a:ln>
        </p:spPr>
      </p:pic>
      <p:sp>
        <p:nvSpPr>
          <p:cNvPr id="14" name="Text Box 16"/>
          <p:cNvSpPr txBox="1">
            <a:spLocks noChangeArrowheads="1"/>
          </p:cNvSpPr>
          <p:nvPr userDrawn="1"/>
        </p:nvSpPr>
        <p:spPr bwMode="auto">
          <a:xfrm>
            <a:off x="7441060" y="4691730"/>
            <a:ext cx="1234632" cy="246221"/>
          </a:xfrm>
          <a:prstGeom prst="rect">
            <a:avLst/>
          </a:prstGeom>
          <a:noFill/>
          <a:ln>
            <a:noFill/>
          </a:ln>
        </p:spPr>
        <p:txBody>
          <a:bodyPr wrap="none" lIns="91384" tIns="45692" rIns="91384" bIns="45692">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r" eaLnBrk="1" fontAlgn="base" hangingPunct="1">
              <a:spcBef>
                <a:spcPct val="0"/>
              </a:spcBef>
              <a:spcAft>
                <a:spcPct val="0"/>
              </a:spcAft>
              <a:defRPr/>
            </a:pPr>
            <a:r>
              <a:rPr lang="en-US" altLang="zh-CN" sz="1000" dirty="0">
                <a:solidFill>
                  <a:srgbClr val="000000"/>
                </a:solidFill>
              </a:rPr>
              <a:t>© CHINAUNICOM</a:t>
            </a:r>
            <a:endParaRPr lang="en-US" altLang="zh-CN" sz="1000" dirty="0">
              <a:solidFill>
                <a:srgbClr val="000000"/>
              </a:solidFill>
            </a:endParaRPr>
          </a:p>
        </p:txBody>
      </p:sp>
      <p:grpSp>
        <p:nvGrpSpPr>
          <p:cNvPr id="6" name="Group 31"/>
          <p:cNvGrpSpPr/>
          <p:nvPr userDrawn="1"/>
        </p:nvGrpSpPr>
        <p:grpSpPr bwMode="auto">
          <a:xfrm>
            <a:off x="560390" y="4786312"/>
            <a:ext cx="287337" cy="215504"/>
            <a:chOff x="3742" y="3113"/>
            <a:chExt cx="136" cy="136"/>
          </a:xfrm>
        </p:grpSpPr>
        <p:sp>
          <p:nvSpPr>
            <p:cNvPr id="16" name="AutoShape 32"/>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17" name="AutoShape 33"/>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grpSp>
        <p:nvGrpSpPr>
          <p:cNvPr id="9" name="Group 34"/>
          <p:cNvGrpSpPr/>
          <p:nvPr userDrawn="1"/>
        </p:nvGrpSpPr>
        <p:grpSpPr bwMode="auto">
          <a:xfrm>
            <a:off x="250833" y="5003008"/>
            <a:ext cx="287338" cy="215504"/>
            <a:chOff x="3742" y="3113"/>
            <a:chExt cx="136" cy="136"/>
          </a:xfrm>
        </p:grpSpPr>
        <p:sp>
          <p:nvSpPr>
            <p:cNvPr id="19" name="AutoShape 35"/>
            <p:cNvSpPr>
              <a:spLocks noChangeArrowheads="1"/>
            </p:cNvSpPr>
            <p:nvPr/>
          </p:nvSpPr>
          <p:spPr bwMode="auto">
            <a:xfrm>
              <a:off x="3742" y="3113"/>
              <a:ext cx="136" cy="136"/>
            </a:xfrm>
            <a:prstGeom prst="star4">
              <a:avLst>
                <a:gd name="adj" fmla="val 12500"/>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sp>
          <p:nvSpPr>
            <p:cNvPr id="20" name="AutoShape 36"/>
            <p:cNvSpPr>
              <a:spLocks noChangeArrowheads="1"/>
            </p:cNvSpPr>
            <p:nvPr/>
          </p:nvSpPr>
          <p:spPr bwMode="auto">
            <a:xfrm rot="1800000">
              <a:off x="3742" y="3134"/>
              <a:ext cx="136" cy="91"/>
            </a:xfrm>
            <a:prstGeom prst="star4">
              <a:avLst>
                <a:gd name="adj" fmla="val 8824"/>
              </a:avLst>
            </a:prstGeom>
            <a:gradFill rotWithShape="1">
              <a:gsLst>
                <a:gs pos="0">
                  <a:schemeClr val="bg1"/>
                </a:gs>
                <a:gs pos="100000">
                  <a:schemeClr val="bg1">
                    <a:alpha val="0"/>
                  </a:schemeClr>
                </a:gs>
              </a:gsLst>
              <a:path path="shape">
                <a:fillToRect l="50000" t="50000" r="50000" b="50000"/>
              </a:path>
            </a:gradFill>
            <a:ln w="9525">
              <a:noFill/>
              <a:miter lim="800000"/>
            </a:ln>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a typeface="华文细黑" panose="02010600040101010101" pitchFamily="2" charset="-122"/>
              </a:endParaRPr>
            </a:p>
          </p:txBody>
        </p:sp>
      </p:grpSp>
      <p:pic>
        <p:nvPicPr>
          <p:cNvPr id="21" name="Picture 3" descr="C:\Users\vivianting\Desktop\1234131.png"/>
          <p:cNvPicPr>
            <a:picLocks noChangeAspect="1" noChangeArrowheads="1"/>
          </p:cNvPicPr>
          <p:nvPr userDrawn="1"/>
        </p:nvPicPr>
        <p:blipFill>
          <a:blip r:embed="rId3" cstate="print"/>
          <a:srcRect/>
          <a:stretch>
            <a:fillRect/>
          </a:stretch>
        </p:blipFill>
        <p:spPr bwMode="auto">
          <a:xfrm>
            <a:off x="7286625" y="161031"/>
            <a:ext cx="1487488" cy="77271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fltVal val="0"/>
                                          </p:val>
                                        </p:tav>
                                        <p:tav tm="100000">
                                          <p:val>
                                            <p:strVal val="#ppt_w"/>
                                          </p:val>
                                        </p:tav>
                                      </p:tavLst>
                                    </p:anim>
                                    <p:anim calcmode="lin" valueType="num">
                                      <p:cBhvr>
                                        <p:cTn id="12" dur="1000" fill="hold"/>
                                        <p:tgtEl>
                                          <p:spTgt spid="2"/>
                                        </p:tgtEl>
                                        <p:attrNameLst>
                                          <p:attrName>ppt_h</p:attrName>
                                        </p:attrNameLst>
                                      </p:cBhvr>
                                      <p:tavLst>
                                        <p:tav tm="0">
                                          <p:val>
                                            <p:fltVal val="0"/>
                                          </p:val>
                                        </p:tav>
                                        <p:tav tm="100000">
                                          <p:val>
                                            <p:strVal val="#ppt_h"/>
                                          </p:val>
                                        </p:tav>
                                      </p:tavLst>
                                    </p:anim>
                                    <p:animEffect transition="in" filter="fade">
                                      <p:cBhvr>
                                        <p:cTn id="13" dur="1000"/>
                                        <p:tgtEl>
                                          <p:spTgt spid="2"/>
                                        </p:tgtEl>
                                      </p:cBhvr>
                                    </p:animEffect>
                                  </p:childTnLst>
                                </p:cTn>
                              </p:par>
                              <p:par>
                                <p:cTn id="14"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15" dur="3000" spd="-100000" fill="hold"/>
                                        <p:tgtEl>
                                          <p:spTgt spid="2"/>
                                        </p:tgtEl>
                                        <p:attrNameLst>
                                          <p:attrName>ppt_x</p:attrName>
                                          <p:attrName>ppt_y</p:attrName>
                                        </p:attrNameLst>
                                      </p:cBhvr>
                                      <p:rCtr x="-2147483648" y="-2147483648"/>
                                    </p:animMotion>
                                  </p:childTnLst>
                                </p:cTn>
                              </p:par>
                              <p:par>
                                <p:cTn id="16" presetID="26" presetClass="emph" presetSubtype="0" repeatCount="indefinite" fill="hold" nodeType="withEffect">
                                  <p:stCondLst>
                                    <p:cond delay="1200"/>
                                  </p:stCondLst>
                                  <p:childTnLst>
                                    <p:animEffect transition="out" filter="fade">
                                      <p:cBhvr>
                                        <p:cTn id="17" dur="1000" tmFilter="0, 0; .2, .5; .8, .5; 1, 0"/>
                                        <p:tgtEl>
                                          <p:spTgt spid="2"/>
                                        </p:tgtEl>
                                      </p:cBhvr>
                                    </p:animEffect>
                                    <p:animScale>
                                      <p:cBhvr>
                                        <p:cTn id="18" dur="500" autoRev="1" fill="hold"/>
                                        <p:tgtEl>
                                          <p:spTgt spid="2"/>
                                        </p:tgtEl>
                                      </p:cBhvr>
                                      <p:by x="105000" y="105000"/>
                                    </p:animScale>
                                  </p:childTnLst>
                                </p:cTn>
                              </p:par>
                              <p:par>
                                <p:cTn id="19" presetID="53" presetClass="entr" presetSubtype="16" fill="hold" nodeType="withEffect">
                                  <p:stCondLst>
                                    <p:cond delay="600"/>
                                  </p:stCondLst>
                                  <p:childTnLst>
                                    <p:set>
                                      <p:cBhvr>
                                        <p:cTn id="20" dur="1" fill="hold">
                                          <p:stCondLst>
                                            <p:cond delay="0"/>
                                          </p:stCondLst>
                                        </p:cTn>
                                        <p:tgtEl>
                                          <p:spTgt spid="3"/>
                                        </p:tgtEl>
                                        <p:attrNameLst>
                                          <p:attrName>style.visibility</p:attrName>
                                        </p:attrNameLst>
                                      </p:cBhvr>
                                      <p:to>
                                        <p:strVal val="visible"/>
                                      </p:to>
                                    </p:set>
                                    <p:anim calcmode="lin" valueType="num">
                                      <p:cBhvr>
                                        <p:cTn id="21" dur="1000" fill="hold"/>
                                        <p:tgtEl>
                                          <p:spTgt spid="3"/>
                                        </p:tgtEl>
                                        <p:attrNameLst>
                                          <p:attrName>ppt_w</p:attrName>
                                        </p:attrNameLst>
                                      </p:cBhvr>
                                      <p:tavLst>
                                        <p:tav tm="0">
                                          <p:val>
                                            <p:fltVal val="0"/>
                                          </p:val>
                                        </p:tav>
                                        <p:tav tm="100000">
                                          <p:val>
                                            <p:strVal val="#ppt_w"/>
                                          </p:val>
                                        </p:tav>
                                      </p:tavLst>
                                    </p:anim>
                                    <p:anim calcmode="lin" valueType="num">
                                      <p:cBhvr>
                                        <p:cTn id="22" dur="1000" fill="hold"/>
                                        <p:tgtEl>
                                          <p:spTgt spid="3"/>
                                        </p:tgtEl>
                                        <p:attrNameLst>
                                          <p:attrName>ppt_h</p:attrName>
                                        </p:attrNameLst>
                                      </p:cBhvr>
                                      <p:tavLst>
                                        <p:tav tm="0">
                                          <p:val>
                                            <p:fltVal val="0"/>
                                          </p:val>
                                        </p:tav>
                                        <p:tav tm="100000">
                                          <p:val>
                                            <p:strVal val="#ppt_h"/>
                                          </p:val>
                                        </p:tav>
                                      </p:tavLst>
                                    </p:anim>
                                    <p:animEffect transition="in" filter="fade">
                                      <p:cBhvr>
                                        <p:cTn id="23" dur="1000"/>
                                        <p:tgtEl>
                                          <p:spTgt spid="3"/>
                                        </p:tgtEl>
                                      </p:cBhvr>
                                    </p:animEffect>
                                  </p:childTnLst>
                                </p:cTn>
                              </p:par>
                              <p:par>
                                <p:cTn id="24"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25" dur="3000" fill="hold"/>
                                        <p:tgtEl>
                                          <p:spTgt spid="3"/>
                                        </p:tgtEl>
                                        <p:attrNameLst>
                                          <p:attrName>ppt_x</p:attrName>
                                          <p:attrName>ppt_y</p:attrName>
                                        </p:attrNameLst>
                                      </p:cBhvr>
                                      <p:rCtr x="-2147483648" y="-2147483648"/>
                                    </p:animMotion>
                                  </p:childTnLst>
                                </p:cTn>
                              </p:par>
                              <p:par>
                                <p:cTn id="26" presetID="26" presetClass="emph" presetSubtype="0" repeatCount="indefinite" fill="hold" nodeType="withEffect">
                                  <p:stCondLst>
                                    <p:cond delay="1700"/>
                                  </p:stCondLst>
                                  <p:childTnLst>
                                    <p:animEffect transition="out" filter="fade">
                                      <p:cBhvr>
                                        <p:cTn id="27" dur="1000" tmFilter="0, 0; .2, .5; .8, .5; 1, 0"/>
                                        <p:tgtEl>
                                          <p:spTgt spid="3"/>
                                        </p:tgtEl>
                                      </p:cBhvr>
                                    </p:animEffect>
                                    <p:animScale>
                                      <p:cBhvr>
                                        <p:cTn id="28" dur="500" autoRev="1" fill="hold"/>
                                        <p:tgtEl>
                                          <p:spTgt spid="3"/>
                                        </p:tgtEl>
                                      </p:cBhvr>
                                      <p:by x="105000" y="105000"/>
                                    </p:animScale>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500"/>
                            </p:stCondLst>
                            <p:childTnLst>
                              <p:par>
                                <p:cTn id="33" presetID="53" presetClass="entr" presetSubtype="16"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Effect transition="in" filter="fade">
                                      <p:cBhvr>
                                        <p:cTn id="37" dur="1000"/>
                                        <p:tgtEl>
                                          <p:spTgt spid="6"/>
                                        </p:tgtEl>
                                      </p:cBhvr>
                                    </p:animEffect>
                                  </p:childTnLst>
                                </p:cTn>
                              </p:par>
                              <p:par>
                                <p:cTn id="38" presetID="0" presetClass="path" presetSubtype="0" repeatCount="indefinite" decel="50000" fill="hold" nodeType="withEffect">
                                  <p:stCondLst>
                                    <p:cond delay="0"/>
                                  </p:stCondLst>
                                  <p:childTnLst>
                                    <p:animMotion origin="layout" path="M 0.89948 -0.30139 C 0.81424 -0.29051 0.52691 -0.26366 0.38976 -0.23658 C 0.25243 -0.20949 0.16233 -0.17083 0.07569 -0.13843 C -0.01094 -0.10602 -0.08698 -0.06227 -0.12969 -0.04213 " pathEditMode="relative" rAng="0" ptsTypes="aaaa">
                                      <p:cBhvr>
                                        <p:cTn id="39" dur="3000" spd="-100000" fill="hold"/>
                                        <p:tgtEl>
                                          <p:spTgt spid="6"/>
                                        </p:tgtEl>
                                        <p:attrNameLst>
                                          <p:attrName>ppt_x</p:attrName>
                                          <p:attrName>ppt_y</p:attrName>
                                        </p:attrNameLst>
                                      </p:cBhvr>
                                      <p:rCtr x="-2147483648" y="-2147483648"/>
                                    </p:animMotion>
                                  </p:childTnLst>
                                </p:cTn>
                              </p:par>
                              <p:par>
                                <p:cTn id="40" presetID="26" presetClass="emph" presetSubtype="0" repeatCount="indefinite" fill="hold" nodeType="withEffect">
                                  <p:stCondLst>
                                    <p:cond delay="1200"/>
                                  </p:stCondLst>
                                  <p:childTnLst>
                                    <p:animEffect transition="out" filter="fade">
                                      <p:cBhvr>
                                        <p:cTn id="41" dur="1000" tmFilter="0, 0; .2, .5; .8, .5; 1, 0"/>
                                        <p:tgtEl>
                                          <p:spTgt spid="6"/>
                                        </p:tgtEl>
                                      </p:cBhvr>
                                    </p:animEffect>
                                    <p:animScale>
                                      <p:cBhvr>
                                        <p:cTn id="42" dur="500" autoRev="1" fill="hold"/>
                                        <p:tgtEl>
                                          <p:spTgt spid="6"/>
                                        </p:tgtEl>
                                      </p:cBhvr>
                                      <p:by x="105000" y="105000"/>
                                    </p:animScale>
                                  </p:childTnLst>
                                </p:cTn>
                              </p:par>
                              <p:par>
                                <p:cTn id="43" presetID="53" presetClass="entr" presetSubtype="16" fill="hold" nodeType="withEffect">
                                  <p:stCondLst>
                                    <p:cond delay="60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fltVal val="0"/>
                                          </p:val>
                                        </p:tav>
                                        <p:tav tm="100000">
                                          <p:val>
                                            <p:strVal val="#ppt_h"/>
                                          </p:val>
                                        </p:tav>
                                      </p:tavLst>
                                    </p:anim>
                                    <p:animEffect transition="in" filter="fade">
                                      <p:cBhvr>
                                        <p:cTn id="47" dur="1000"/>
                                        <p:tgtEl>
                                          <p:spTgt spid="9"/>
                                        </p:tgtEl>
                                      </p:cBhvr>
                                    </p:animEffect>
                                  </p:childTnLst>
                                </p:cTn>
                              </p:par>
                              <p:par>
                                <p:cTn id="48" presetID="0" presetClass="path" presetSubtype="0" repeatCount="indefinite" decel="50000" fill="hold" nodeType="withEffect">
                                  <p:stCondLst>
                                    <p:cond delay="600"/>
                                  </p:stCondLst>
                                  <p:childTnLst>
                                    <p:animMotion origin="layout" path="M -0.08889 -0.21574 C -0.02553 -0.2007 0.17031 -0.12593 0.29166 -0.125 C 0.41302 -0.12408 0.55329 -0.18079 0.63888 -0.21065 C 0.72447 -0.24051 0.76475 -0.27824 0.80555 -0.30463 C 0.84635 -0.33102 0.86718 -0.35602 0.88333 -0.36945 " pathEditMode="relative" rAng="0" ptsTypes="aaaaa">
                                      <p:cBhvr>
                                        <p:cTn id="49" dur="3000" fill="hold"/>
                                        <p:tgtEl>
                                          <p:spTgt spid="9"/>
                                        </p:tgtEl>
                                        <p:attrNameLst>
                                          <p:attrName>ppt_x</p:attrName>
                                          <p:attrName>ppt_y</p:attrName>
                                        </p:attrNameLst>
                                      </p:cBhvr>
                                      <p:rCtr x="-2147483648" y="-2147483648"/>
                                    </p:animMotion>
                                  </p:childTnLst>
                                </p:cTn>
                              </p:par>
                              <p:par>
                                <p:cTn id="50" presetID="26" presetClass="emph" presetSubtype="0" repeatCount="indefinite" fill="hold" nodeType="withEffect">
                                  <p:stCondLst>
                                    <p:cond delay="1700"/>
                                  </p:stCondLst>
                                  <p:childTnLst>
                                    <p:animEffect transition="out" filter="fade">
                                      <p:cBhvr>
                                        <p:cTn id="51" dur="1000" tmFilter="0, 0; .2, .5; .8, .5; 1, 0"/>
                                        <p:tgtEl>
                                          <p:spTgt spid="9"/>
                                        </p:tgtEl>
                                      </p:cBhvr>
                                    </p:animEffect>
                                    <p:animScale>
                                      <p:cBhvr>
                                        <p:cTn id="52" dur="50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graphicFrame>
        <p:nvGraphicFramePr>
          <p:cNvPr id="4" name="Object 640"/>
          <p:cNvGraphicFramePr>
            <a:graphicFrameLocks noChangeAspect="1"/>
          </p:cNvGraphicFramePr>
          <p:nvPr>
            <p:custDataLst>
              <p:tags r:id="rId2"/>
            </p:custDataLst>
          </p:nvPr>
        </p:nvGraphicFramePr>
        <p:xfrm>
          <a:off x="0" y="0"/>
          <a:ext cx="158750" cy="119063"/>
        </p:xfrm>
        <a:graphic>
          <a:graphicData uri="http://schemas.openxmlformats.org/presentationml/2006/ole">
            <mc:AlternateContent xmlns:mc="http://schemas.openxmlformats.org/markup-compatibility/2006">
              <mc:Choice xmlns:v="urn:schemas-microsoft-com:vml" Requires="v">
                <p:oleObj spid="_x0000_s1633" name="think-cell Slide" r:id="rId3" imgW="12700" imgH="12700" progId="">
                  <p:embed/>
                </p:oleObj>
              </mc:Choice>
              <mc:Fallback>
                <p:oleObj name="think-cell Slide" r:id="rId3" imgW="12700" imgH="12700" progId="">
                  <p:embed/>
                  <p:pic>
                    <p:nvPicPr>
                      <p:cNvPr id="0" name="图片 11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50" cy="119063"/>
                      </a:xfrm>
                      <a:prstGeom prst="rect">
                        <a:avLst/>
                      </a:prstGeom>
                      <a:noFill/>
                    </p:spPr>
                  </p:pic>
                </p:oleObj>
              </mc:Fallback>
            </mc:AlternateContent>
          </a:graphicData>
        </a:graphic>
      </p:graphicFrame>
      <p:sp>
        <p:nvSpPr>
          <p:cNvPr id="5" name="Text Box 12"/>
          <p:cNvSpPr txBox="1">
            <a:spLocks noChangeArrowheads="1"/>
          </p:cNvSpPr>
          <p:nvPr userDrawn="1">
            <p:custDataLst>
              <p:tags r:id="rId5"/>
            </p:custDataLst>
          </p:nvPr>
        </p:nvSpPr>
        <p:spPr bwMode="auto">
          <a:xfrm>
            <a:off x="2051050" y="195263"/>
            <a:ext cx="4826000" cy="507831"/>
          </a:xfrm>
          <a:prstGeom prst="rect">
            <a:avLst/>
          </a:prstGeom>
          <a:noFill/>
          <a:ln>
            <a:noFill/>
          </a:ln>
        </p:spPr>
        <p:txBody>
          <a:bodyPr>
            <a:spAutoFit/>
          </a:bodyPr>
          <a:lstStyle>
            <a:lvl1pPr>
              <a:defRPr sz="2000" b="1">
                <a:solidFill>
                  <a:schemeClr val="tx1"/>
                </a:solidFill>
                <a:latin typeface="楷体_GB2312" panose="02010609030101010101" pitchFamily="49" charset="-122"/>
                <a:ea typeface="楷体_GB2312" panose="02010609030101010101" pitchFamily="49" charset="-122"/>
              </a:defRPr>
            </a:lvl1pPr>
            <a:lvl2pPr marL="742950" indent="-285750">
              <a:defRPr sz="2000" b="1">
                <a:solidFill>
                  <a:schemeClr val="tx1"/>
                </a:solidFill>
                <a:latin typeface="楷体_GB2312" panose="02010609030101010101" pitchFamily="49" charset="-122"/>
                <a:ea typeface="楷体_GB2312" panose="02010609030101010101" pitchFamily="49" charset="-122"/>
              </a:defRPr>
            </a:lvl2pPr>
            <a:lvl3pPr marL="1143000" indent="-228600">
              <a:defRPr sz="2000" b="1">
                <a:solidFill>
                  <a:schemeClr val="tx1"/>
                </a:solidFill>
                <a:latin typeface="楷体_GB2312" panose="02010609030101010101" pitchFamily="49" charset="-122"/>
                <a:ea typeface="楷体_GB2312" panose="02010609030101010101" pitchFamily="49" charset="-122"/>
              </a:defRPr>
            </a:lvl3pPr>
            <a:lvl4pPr marL="1600200" indent="-228600">
              <a:defRPr sz="2000" b="1">
                <a:solidFill>
                  <a:schemeClr val="tx1"/>
                </a:solidFill>
                <a:latin typeface="楷体_GB2312" panose="02010609030101010101" pitchFamily="49" charset="-122"/>
                <a:ea typeface="楷体_GB2312" panose="02010609030101010101" pitchFamily="49" charset="-122"/>
              </a:defRPr>
            </a:lvl4pPr>
            <a:lvl5pPr marL="2057400" indent="-228600">
              <a:defRPr sz="2000" b="1">
                <a:solidFill>
                  <a:schemeClr val="tx1"/>
                </a:solidFill>
                <a:latin typeface="楷体_GB2312" panose="02010609030101010101" pitchFamily="49" charset="-122"/>
                <a:ea typeface="楷体_GB2312" panose="02010609030101010101" pitchFamily="49" charset="-122"/>
              </a:defRPr>
            </a:lvl5pPr>
            <a:lvl6pPr marL="25146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6pPr>
            <a:lvl7pPr marL="29718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7pPr>
            <a:lvl8pPr marL="34290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8pPr>
            <a:lvl9pPr marL="3886200" indent="-228600" algn="ctr" eaLnBrk="0" fontAlgn="base" hangingPunct="0">
              <a:lnSpc>
                <a:spcPct val="80000"/>
              </a:lnSpc>
              <a:spcBef>
                <a:spcPct val="20000"/>
              </a:spcBef>
              <a:spcAft>
                <a:spcPct val="0"/>
              </a:spcAft>
              <a:defRPr sz="2000" b="1">
                <a:solidFill>
                  <a:schemeClr val="tx1"/>
                </a:solidFill>
                <a:latin typeface="楷体_GB2312" panose="02010609030101010101" pitchFamily="49" charset="-122"/>
                <a:ea typeface="楷体_GB2312" panose="02010609030101010101" pitchFamily="49" charset="-122"/>
              </a:defRPr>
            </a:lvl9pPr>
          </a:lstStyle>
          <a:p>
            <a:pPr algn="ctr">
              <a:spcBef>
                <a:spcPct val="50000"/>
              </a:spcBef>
              <a:defRPr/>
            </a:pPr>
            <a:endParaRPr lang="zh-CN" altLang="en-US" sz="2700">
              <a:solidFill>
                <a:srgbClr val="000000"/>
              </a:solidFill>
              <a:latin typeface="Arial" panose="020B0604020202020204" pitchFamily="34" charset="0"/>
              <a:ea typeface="宋体" panose="02010600030101010101" pitchFamily="2" charset="-122"/>
            </a:endParaRPr>
          </a:p>
        </p:txBody>
      </p:sp>
      <p:cxnSp>
        <p:nvCxnSpPr>
          <p:cNvPr id="6" name="直接连接符 12"/>
          <p:cNvCxnSpPr>
            <a:cxnSpLocks noChangeShapeType="1"/>
          </p:cNvCxnSpPr>
          <p:nvPr userDrawn="1">
            <p:custDataLst>
              <p:tags r:id="rId6"/>
            </p:custDataLst>
          </p:nvPr>
        </p:nvCxnSpPr>
        <p:spPr bwMode="auto">
          <a:xfrm>
            <a:off x="0" y="716756"/>
            <a:ext cx="9144000" cy="0"/>
          </a:xfrm>
          <a:prstGeom prst="line">
            <a:avLst/>
          </a:prstGeom>
          <a:noFill/>
          <a:ln w="25400" algn="ctr">
            <a:solidFill>
              <a:schemeClr val="accent2"/>
            </a:solidFill>
            <a:round/>
          </a:ln>
          <a:effectLst>
            <a:outerShdw dist="20000" dir="5400000" rotWithShape="0">
              <a:srgbClr val="C0C0C0"/>
            </a:outerShdw>
          </a:effectLst>
        </p:spPr>
      </p:cxnSp>
      <p:pic>
        <p:nvPicPr>
          <p:cNvPr id="7" name="Picture 9"/>
          <p:cNvPicPr>
            <a:picLocks noChangeAspect="1" noChangeArrowheads="1"/>
          </p:cNvPicPr>
          <p:nvPr userDrawn="1">
            <p:custDataLst>
              <p:tags r:id="rId7"/>
            </p:custDataLst>
          </p:nvPr>
        </p:nvPicPr>
        <p:blipFill>
          <a:blip r:embed="rId8" cstate="print"/>
          <a:srcRect l="10513" t="10342" r="12415" b="6898"/>
          <a:stretch>
            <a:fillRect/>
          </a:stretch>
        </p:blipFill>
        <p:spPr bwMode="auto">
          <a:xfrm>
            <a:off x="7470775" y="39291"/>
            <a:ext cx="1379538" cy="752475"/>
          </a:xfrm>
          <a:prstGeom prst="rect">
            <a:avLst/>
          </a:prstGeom>
          <a:noFill/>
          <a:ln w="9525">
            <a:noFill/>
            <a:miter lim="800000"/>
            <a:headEnd/>
            <a:tailEnd/>
          </a:ln>
        </p:spPr>
      </p:pic>
      <p:graphicFrame>
        <p:nvGraphicFramePr>
          <p:cNvPr id="8" name="Object 3"/>
          <p:cNvGraphicFramePr>
            <a:graphicFrameLocks noChangeAspect="1"/>
          </p:cNvGraphicFramePr>
          <p:nvPr>
            <p:custDataLst>
              <p:tags r:id="rId9"/>
            </p:custDataLst>
          </p:nvPr>
        </p:nvGraphicFramePr>
        <p:xfrm>
          <a:off x="0" y="0"/>
          <a:ext cx="158750" cy="119063"/>
        </p:xfrm>
        <a:graphic>
          <a:graphicData uri="http://schemas.openxmlformats.org/presentationml/2006/ole">
            <mc:AlternateContent xmlns:mc="http://schemas.openxmlformats.org/markup-compatibility/2006">
              <mc:Choice xmlns:v="urn:schemas-microsoft-com:vml" Requires="v">
                <p:oleObj spid="_x0000_s1634" name="think-cell Slide" r:id="rId10" imgW="12700" imgH="12700" progId="">
                  <p:embed/>
                </p:oleObj>
              </mc:Choice>
              <mc:Fallback>
                <p:oleObj name="think-cell Slide" r:id="rId10" imgW="12700" imgH="12700" progId="">
                  <p:embed/>
                  <p:pic>
                    <p:nvPicPr>
                      <p:cNvPr id="0" name="图片 11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50" cy="119063"/>
                      </a:xfrm>
                      <a:prstGeom prst="rect">
                        <a:avLst/>
                      </a:prstGeom>
                      <a:noFill/>
                    </p:spPr>
                  </p:pic>
                </p:oleObj>
              </mc:Fallback>
            </mc:AlternateContent>
          </a:graphicData>
        </a:graphic>
      </p:graphicFrame>
      <p:sp>
        <p:nvSpPr>
          <p:cNvPr id="3" name="内容占位符 2"/>
          <p:cNvSpPr>
            <a:spLocks noGrp="1"/>
          </p:cNvSpPr>
          <p:nvPr>
            <p:ph idx="1"/>
          </p:nvPr>
        </p:nvSpPr>
        <p:spPr>
          <a:xfrm>
            <a:off x="457200" y="843558"/>
            <a:ext cx="8219256" cy="3834426"/>
          </a:xfrm>
          <a:prstGeom prst="rect">
            <a:avLst/>
          </a:prstGeom>
        </p:spPr>
        <p:txBody>
          <a:bodyPr/>
          <a:lstStyle>
            <a:lvl1pPr marL="257175" indent="-257175">
              <a:buClr>
                <a:srgbClr val="0033CC"/>
              </a:buClr>
              <a:buFont typeface="Wingdings" panose="05000000000000000000" pitchFamily="2" charset="2"/>
              <a:buChar char="p"/>
              <a:defRPr sz="1800" b="1">
                <a:latin typeface="微软雅黑" panose="020B0503020204020204" pitchFamily="34" charset="-122"/>
                <a:ea typeface="微软雅黑" panose="020B0503020204020204" pitchFamily="34" charset="-122"/>
              </a:defRPr>
            </a:lvl1pPr>
            <a:lvl2pPr marL="557530" indent="-214630">
              <a:buClr>
                <a:srgbClr val="0033CC"/>
              </a:buClr>
              <a:buFont typeface="Wingdings" panose="05000000000000000000" pitchFamily="2" charset="2"/>
              <a:buChar char="Ø"/>
              <a:defRPr sz="1800">
                <a:latin typeface="微软雅黑" panose="020B0503020204020204" pitchFamily="34" charset="-122"/>
                <a:ea typeface="微软雅黑" panose="020B0503020204020204" pitchFamily="34" charset="-122"/>
              </a:defRPr>
            </a:lvl2pPr>
            <a:lvl3pPr>
              <a:buClr>
                <a:srgbClr val="0033CC"/>
              </a:buCl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10"/>
            <p:custDataLst>
              <p:tags r:id="rId11"/>
            </p:custDataLst>
          </p:nvPr>
        </p:nvSpPr>
        <p:spPr>
          <a:xfrm>
            <a:off x="457200" y="4767263"/>
            <a:ext cx="2133600" cy="273844"/>
          </a:xfrm>
          <a:prstGeom prst="rect">
            <a:avLst/>
          </a:prstGeom>
        </p:spPr>
        <p:txBody>
          <a:bodyPr/>
          <a:lstStyle>
            <a:lvl1pPr>
              <a:defRPr/>
            </a:lvl1pPr>
          </a:lstStyle>
          <a:p>
            <a:pPr>
              <a:defRPr/>
            </a:pPr>
            <a:fld id="{3EE4CE28-F185-4530-BD9E-D2642623BE83}" type="datetime1">
              <a:rPr lang="zh-CN" altLang="en-US" smtClean="0"/>
            </a:fld>
            <a:endParaRPr lang="zh-CN" altLang="en-US"/>
          </a:p>
        </p:txBody>
      </p:sp>
      <p:sp>
        <p:nvSpPr>
          <p:cNvPr id="10" name="页脚占位符 4"/>
          <p:cNvSpPr>
            <a:spLocks noGrp="1"/>
          </p:cNvSpPr>
          <p:nvPr>
            <p:ph type="ftr" sz="quarter" idx="11"/>
            <p:custDataLst>
              <p:tags r:id="rId12"/>
            </p:custDataLst>
          </p:nvPr>
        </p:nvSpPr>
        <p:spPr>
          <a:xfrm>
            <a:off x="3124200" y="4767263"/>
            <a:ext cx="2895600" cy="273844"/>
          </a:xfrm>
          <a:prstGeom prst="rect">
            <a:avLst/>
          </a:prstGeom>
        </p:spPr>
        <p:txBody>
          <a:bodyPr/>
          <a:lstStyle>
            <a:lvl1pPr>
              <a:defRPr/>
            </a:lvl1pPr>
          </a:lstStyle>
          <a:p>
            <a:pPr>
              <a:defRPr/>
            </a:pPr>
            <a:endParaRPr lang="zh-CN" altLang="en-US"/>
          </a:p>
        </p:txBody>
      </p:sp>
      <p:sp>
        <p:nvSpPr>
          <p:cNvPr id="11" name="灯片编号占位符 5"/>
          <p:cNvSpPr>
            <a:spLocks noGrp="1"/>
          </p:cNvSpPr>
          <p:nvPr>
            <p:ph type="sldNum" sz="quarter" idx="12"/>
            <p:custDataLst>
              <p:tags r:id="rId13"/>
            </p:custDataLst>
          </p:nvPr>
        </p:nvSpPr>
        <p:spPr>
          <a:xfrm>
            <a:off x="8172450" y="4767262"/>
            <a:ext cx="514350" cy="376238"/>
          </a:xfrm>
          <a:prstGeom prst="rect">
            <a:avLst/>
          </a:prstGeom>
        </p:spPr>
        <p:txBody>
          <a:bodyPr/>
          <a:lstStyle>
            <a:lvl1pPr>
              <a:defRPr sz="1050"/>
            </a:lvl1pPr>
          </a:lstStyle>
          <a:p>
            <a:pPr>
              <a:defRPr/>
            </a:pPr>
            <a:fld id="{21E49756-AF47-4EC4-9128-0854449AE01B}" type="slidenum">
              <a:rPr/>
            </a:fld>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49" tIns="34289" rIns="68549"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41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9"/>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165" indent="0" algn="ctr">
              <a:buNone/>
              <a:defRPr sz="1400"/>
            </a:lvl3pPr>
            <a:lvl4pPr marL="1028065" indent="0" algn="ctr">
              <a:buNone/>
              <a:defRPr sz="1200"/>
            </a:lvl4pPr>
            <a:lvl5pPr marL="1370965" indent="0" algn="ctr">
              <a:buNone/>
              <a:defRPr sz="1200"/>
            </a:lvl5pPr>
            <a:lvl6pPr marL="1713865" indent="0" algn="ctr">
              <a:buNone/>
              <a:defRPr sz="1200"/>
            </a:lvl6pPr>
            <a:lvl7pPr marL="2056130"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49" tIns="34289" rIns="68549"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100" b="1" i="0" u="none" strike="noStrike" kern="1200" cap="none" spc="45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6A1A7E11-AB86-4EF8-AD04-B5367E5B968B}" type="slidenum">
              <a:rPr lang="zh-CN" altLang="en-US">
                <a:solidFill>
                  <a:prstClr val="black"/>
                </a:solidFill>
                <a:effectLst>
                  <a:outerShdw blurRad="38100" dist="19050" dir="2700000" algn="tl" rotWithShape="0">
                    <a:prstClr val="black">
                      <a:alpha val="40000"/>
                    </a:prstClr>
                  </a:outerShdw>
                </a:effectLst>
              </a:rPr>
            </a:fld>
            <a:endParaRPr lang="en-US" altLang="zh-CN" sz="1200" dirty="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6" name="矩形 9"/>
          <p:cNvSpPr>
            <a:spLocks noChangeArrowheads="1"/>
          </p:cNvSpPr>
          <p:nvPr/>
        </p:nvSpPr>
        <p:spPr bwMode="auto">
          <a:xfrm>
            <a:off x="0" y="0"/>
            <a:ext cx="9144000" cy="5143500"/>
          </a:xfrm>
          <a:prstGeom prst="rect">
            <a:avLst/>
          </a:prstGeom>
          <a:solidFill>
            <a:srgbClr val="FFFFFF"/>
          </a:solidFill>
          <a:ln w="25400" algn="ctr">
            <a:noFill/>
            <a:miter lim="800000"/>
          </a:ln>
        </p:spPr>
        <p:txBody>
          <a:bodyPr lIns="68550" tIns="34289" rIns="68550" bIns="34289" anchor="ctr"/>
          <a:lstStyle/>
          <a:p>
            <a:pPr algn="ctr" defTabSz="913765" fontAlgn="base">
              <a:spcBef>
                <a:spcPct val="0"/>
              </a:spcBef>
              <a:spcAft>
                <a:spcPct val="0"/>
              </a:spcAft>
            </a:pPr>
            <a:endParaRPr lang="zh-CN" altLang="en-US">
              <a:solidFill>
                <a:prstClr val="black"/>
              </a:solidFill>
              <a:latin typeface="Calibri" panose="020F0502020204030204" pitchFamily="34" charset="0"/>
              <a:ea typeface="宋体" panose="02010600030101010101" pitchFamily="2" charset="-122"/>
            </a:endParaRPr>
          </a:p>
        </p:txBody>
      </p:sp>
      <p:pic>
        <p:nvPicPr>
          <p:cNvPr id="7" name="Picture 2055" descr="色条 拷贝"/>
          <p:cNvPicPr>
            <a:picLocks noChangeAspect="1" noChangeArrowheads="1"/>
          </p:cNvPicPr>
          <p:nvPr/>
        </p:nvPicPr>
        <p:blipFill>
          <a:blip r:embed="rId2" cstate="print"/>
          <a:srcRect/>
          <a:stretch>
            <a:fillRect/>
          </a:stretch>
        </p:blipFill>
        <p:spPr bwMode="auto">
          <a:xfrm>
            <a:off x="3572" y="1153736"/>
            <a:ext cx="9144000" cy="2775347"/>
          </a:xfrm>
          <a:prstGeom prst="rect">
            <a:avLst/>
          </a:prstGeom>
          <a:noFill/>
          <a:ln w="9525">
            <a:noFill/>
            <a:miter lim="800000"/>
            <a:headEnd/>
            <a:tailEnd/>
          </a:ln>
        </p:spPr>
      </p:pic>
      <p:pic>
        <p:nvPicPr>
          <p:cNvPr id="8" name="图片 11"/>
          <p:cNvPicPr>
            <a:picLocks noChangeAspect="1"/>
          </p:cNvPicPr>
          <p:nvPr/>
        </p:nvPicPr>
        <p:blipFill>
          <a:blip r:embed="rId3" cstate="print"/>
          <a:srcRect/>
          <a:stretch>
            <a:fillRect/>
          </a:stretch>
        </p:blipFill>
        <p:spPr bwMode="auto">
          <a:xfrm>
            <a:off x="7323555" y="236955"/>
            <a:ext cx="1058465" cy="728663"/>
          </a:xfrm>
          <a:prstGeom prst="rect">
            <a:avLst/>
          </a:prstGeom>
          <a:noFill/>
          <a:ln w="9525">
            <a:noFill/>
            <a:miter lim="800000"/>
            <a:headEnd/>
            <a:tailEnd/>
          </a:ln>
        </p:spPr>
      </p:pic>
      <p:sp>
        <p:nvSpPr>
          <p:cNvPr id="2" name="Title 1"/>
          <p:cNvSpPr>
            <a:spLocks noGrp="1"/>
          </p:cNvSpPr>
          <p:nvPr>
            <p:ph type="ctrTitle"/>
          </p:nvPr>
        </p:nvSpPr>
        <p:spPr>
          <a:xfrm>
            <a:off x="587157" y="1631831"/>
            <a:ext cx="7969684" cy="1834749"/>
          </a:xfrm>
        </p:spPr>
        <p:txBody>
          <a:bodyP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8"/>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165" indent="0" algn="ctr">
              <a:buNone/>
              <a:defRPr sz="1400"/>
            </a:lvl3pPr>
            <a:lvl4pPr marL="1028065" indent="0" algn="ctr">
              <a:buNone/>
              <a:defRPr sz="1200"/>
            </a:lvl4pPr>
            <a:lvl5pPr marL="1370965" indent="0" algn="ctr">
              <a:buNone/>
              <a:defRPr sz="1200"/>
            </a:lvl5pPr>
            <a:lvl6pPr marL="1713865" indent="0" algn="ctr">
              <a:buNone/>
              <a:defRPr sz="1200"/>
            </a:lvl6pPr>
            <a:lvl7pPr marL="2056130"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w="19050">
            <a:solidFill>
              <a:srgbClr val="C00000"/>
            </a:solidFill>
            <a:prstDash val="solid"/>
          </a:ln>
        </p:spPr>
        <p:txBody>
          <a:bodyPr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Slide Number Placeholder 5"/>
          <p:cNvSpPr>
            <a:spLocks noGrp="1"/>
          </p:cNvSpPr>
          <p:nvPr>
            <p:ph type="sldNum" sz="quarter" idx="10"/>
          </p:nvPr>
        </p:nvSpPr>
        <p:spPr/>
        <p:txBody>
          <a:bodyPr/>
          <a:lstStyle>
            <a:lvl1pPr>
              <a:defRPr/>
            </a:lvl1pPr>
          </a:lstStyle>
          <a:p>
            <a:fld id="{A2A06A51-409C-462E-BACA-E7C2CF944C08}"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Slide Number Placeholder 5"/>
          <p:cNvSpPr>
            <a:spLocks noGrp="1"/>
          </p:cNvSpPr>
          <p:nvPr>
            <p:ph type="sldNum" sz="quarter" idx="10"/>
          </p:nvPr>
        </p:nvSpPr>
        <p:spPr/>
        <p:txBody>
          <a:bodyPr/>
          <a:lstStyle>
            <a:lvl1pPr>
              <a:defRPr/>
            </a:lvl1pPr>
          </a:lstStyle>
          <a:p>
            <a:fld id="{A615720F-1F4D-4EF7-B339-987B8A99C0F5}"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4" name="Slide Number Placeholder 5"/>
          <p:cNvSpPr>
            <a:spLocks noGrp="1"/>
          </p:cNvSpPr>
          <p:nvPr>
            <p:ph type="sldNum" sz="quarter" idx="12"/>
          </p:nvPr>
        </p:nvSpPr>
        <p:spPr/>
        <p:txBody>
          <a:bodyPr/>
          <a:lstStyle>
            <a:lvl1pPr>
              <a:defRPr/>
            </a:lvl1pPr>
          </a:lstStyle>
          <a:p>
            <a:fld id="{742EBE0D-361B-4676-8BFD-A6D441EAD83F}"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Slide Number Placeholder 5"/>
          <p:cNvSpPr>
            <a:spLocks noGrp="1"/>
          </p:cNvSpPr>
          <p:nvPr>
            <p:ph type="sldNum" sz="quarter" idx="12"/>
          </p:nvPr>
        </p:nvSpPr>
        <p:spPr/>
        <p:txBody>
          <a:bodyPr/>
          <a:lstStyle>
            <a:lvl1pPr>
              <a:defRPr/>
            </a:lvl1pPr>
          </a:lstStyle>
          <a:p>
            <a:fld id="{60F08CEE-9FE5-4891-BDB7-12E9CD515CAE}"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lIns="68550" tIns="34289" rIns="68550"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6615" indent="0">
              <a:buNone/>
              <a:defRPr lang="zh-CN" altLang="en-US" sz="1100" dirty="0" smtClean="0"/>
            </a:lvl3pPr>
            <a:lvl4pPr marL="1199515"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
        <p:nvSpPr>
          <p:cNvPr id="4" name="Slide Number Placeholder 5"/>
          <p:cNvSpPr>
            <a:spLocks noGrp="1"/>
          </p:cNvSpPr>
          <p:nvPr>
            <p:ph type="sldNum" sz="quarter" idx="10"/>
          </p:nvPr>
        </p:nvSpPr>
        <p:spPr/>
        <p:txBody>
          <a:bodyPr/>
          <a:lstStyle>
            <a:lvl1pPr>
              <a:defRPr/>
            </a:lvl1pPr>
          </a:lstStyle>
          <a:p>
            <a:fld id="{DF6F8E2F-12CD-491A-B4AF-2A9011B84EBE}" type="slidenum">
              <a:rPr lang="zh-CN" altLang="en-US">
                <a:solidFill>
                  <a:prstClr val="black"/>
                </a:solidFill>
              </a:rPr>
            </a:fld>
            <a:endParaRPr lang="zh-CN" altLang="en-US">
              <a:solidFill>
                <a:prstClr val="black"/>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3" name="矩形 9"/>
          <p:cNvSpPr>
            <a:spLocks noChangeArrowheads="1"/>
          </p:cNvSpPr>
          <p:nvPr/>
        </p:nvSpPr>
        <p:spPr bwMode="auto">
          <a:xfrm>
            <a:off x="0" y="0"/>
            <a:ext cx="9144000" cy="5143500"/>
          </a:xfrm>
          <a:prstGeom prst="rect">
            <a:avLst/>
          </a:prstGeom>
          <a:solidFill>
            <a:srgbClr val="FFFFFF"/>
          </a:solidFill>
          <a:ln w="25400" algn="ctr">
            <a:noFill/>
            <a:miter lim="800000"/>
          </a:ln>
        </p:spPr>
        <p:txBody>
          <a:bodyPr lIns="68550" tIns="34289" rIns="68550" bIns="34289" anchor="ctr"/>
          <a:lstStyle/>
          <a:p>
            <a:pPr algn="ctr" defTabSz="913765" fontAlgn="base">
              <a:spcBef>
                <a:spcPct val="0"/>
              </a:spcBef>
              <a:spcAft>
                <a:spcPct val="0"/>
              </a:spcAft>
            </a:pPr>
            <a:endParaRPr lang="zh-CN" altLang="en-US">
              <a:solidFill>
                <a:srgbClr val="FFFFFF"/>
              </a:solidFill>
              <a:latin typeface="Calibri" panose="020F0502020204030204" pitchFamily="34" charset="0"/>
              <a:ea typeface="宋体" panose="02010600030101010101" pitchFamily="2" charset="-122"/>
            </a:endParaRPr>
          </a:p>
        </p:txBody>
      </p:sp>
      <p:pic>
        <p:nvPicPr>
          <p:cNvPr id="4" name="Picture 2055" descr="色条 拷贝"/>
          <p:cNvPicPr>
            <a:picLocks noChangeAspect="1" noChangeArrowheads="1"/>
          </p:cNvPicPr>
          <p:nvPr/>
        </p:nvPicPr>
        <p:blipFill>
          <a:blip r:embed="rId2" cstate="print"/>
          <a:srcRect/>
          <a:stretch>
            <a:fillRect/>
          </a:stretch>
        </p:blipFill>
        <p:spPr bwMode="auto">
          <a:xfrm>
            <a:off x="3572" y="1153736"/>
            <a:ext cx="9144000" cy="2775347"/>
          </a:xfrm>
          <a:prstGeom prst="rect">
            <a:avLst/>
          </a:prstGeom>
          <a:noFill/>
          <a:ln w="9525">
            <a:noFill/>
            <a:miter lim="800000"/>
            <a:headEnd/>
            <a:tailEnd/>
          </a:ln>
        </p:spPr>
      </p:pic>
      <p:pic>
        <p:nvPicPr>
          <p:cNvPr id="5" name="图片 11"/>
          <p:cNvPicPr>
            <a:picLocks noChangeAspect="1"/>
          </p:cNvPicPr>
          <p:nvPr/>
        </p:nvPicPr>
        <p:blipFill>
          <a:blip r:embed="rId3" cstate="print"/>
          <a:srcRect/>
          <a:stretch>
            <a:fillRect/>
          </a:stretch>
        </p:blipFill>
        <p:spPr bwMode="auto">
          <a:xfrm>
            <a:off x="7323555" y="236955"/>
            <a:ext cx="1058465" cy="728663"/>
          </a:xfrm>
          <a:prstGeom prst="rect">
            <a:avLst/>
          </a:prstGeom>
          <a:noFill/>
          <a:ln w="9525">
            <a:noFill/>
            <a:miter lim="800000"/>
            <a:headEnd/>
            <a:tailEnd/>
          </a:ln>
        </p:spPr>
      </p:pic>
      <p:sp>
        <p:nvSpPr>
          <p:cNvPr id="2" name="Title 1"/>
          <p:cNvSpPr>
            <a:spLocks noGrp="1"/>
          </p:cNvSpPr>
          <p:nvPr>
            <p:ph type="ctrTitle"/>
          </p:nvPr>
        </p:nvSpPr>
        <p:spPr>
          <a:xfrm>
            <a:off x="685800" y="1722417"/>
            <a:ext cx="7772400" cy="1698671"/>
          </a:xfrm>
        </p:spPr>
        <p:txBody>
          <a:bodyP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F2AD77D3-FD6F-44B9-9B25-712E42D7F3A1}" type="slidenum">
              <a:rPr lang="zh-CN" altLang="en-US">
                <a:solidFill>
                  <a:prstClr val="black"/>
                </a:solidFill>
              </a:rPr>
            </a:fld>
            <a:endParaRPr lang="en-US" altLang="zh-CN" sz="900" dirty="0">
              <a:solidFill>
                <a:srgbClr val="000000"/>
              </a:solidFill>
              <a:sym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DD327EA1-0976-4DB8-9CA3-ACA67DE72930}" type="slidenum">
              <a:rPr lang="zh-CN" altLang="en-US">
                <a:solidFill>
                  <a:prstClr val="black"/>
                </a:solidFill>
              </a:rPr>
            </a:fld>
            <a:endParaRPr lang="en-US" altLang="zh-CN" sz="900" dirty="0">
              <a:solidFill>
                <a:srgbClr val="000000"/>
              </a:solidFill>
              <a:sym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3" y="107951"/>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517" y="4839891"/>
            <a:ext cx="395288" cy="216694"/>
          </a:xfrm>
        </p:spPr>
        <p:txBody>
          <a:bodyPr/>
          <a:lstStyle>
            <a:lvl1pPr>
              <a:defRPr/>
            </a:lvl1pPr>
          </a:lstStyle>
          <a:p>
            <a:fld id="{73A858D8-3B47-4A37-944E-E7FFFB0C3890}" type="slidenum">
              <a:rPr lang="zh-CN" altLang="en-US">
                <a:solidFill>
                  <a:prstClr val="black"/>
                </a:solidFill>
              </a:rPr>
            </a:fld>
            <a:endParaRPr lang="en-US" altLang="zh-CN" sz="900" dirty="0">
              <a:solidFill>
                <a:srgbClr val="000000"/>
              </a:solidFill>
              <a:sym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3" tIns="34289" rIns="68553"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6"/>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065" indent="0" algn="ctr">
              <a:buNone/>
              <a:defRPr sz="1200"/>
            </a:lvl4pPr>
            <a:lvl5pPr marL="1370965" indent="0" algn="ctr">
              <a:buNone/>
              <a:defRPr sz="1200"/>
            </a:lvl5pPr>
            <a:lvl6pPr marL="1713865" indent="0" algn="ctr">
              <a:buNone/>
              <a:defRPr sz="1200"/>
            </a:lvl6pPr>
            <a:lvl7pPr marL="2056765"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vert="horz" lIns="68553" tIns="34289" rIns="68553"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6615" indent="0">
              <a:buNone/>
              <a:defRPr lang="zh-CN" altLang="en-US" sz="1100" dirty="0" smtClean="0"/>
            </a:lvl3pPr>
            <a:lvl4pPr marL="1199515"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3" tIns="34289" rIns="68553"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065" indent="0" algn="ctr">
              <a:buNone/>
              <a:defRPr sz="1200"/>
            </a:lvl4pPr>
            <a:lvl5pPr marL="1370965" indent="0" algn="ctr">
              <a:buNone/>
              <a:defRPr sz="1200"/>
            </a:lvl5pPr>
            <a:lvl6pPr marL="1713865" indent="0" algn="ctr">
              <a:buNone/>
              <a:defRPr sz="1200"/>
            </a:lvl6pPr>
            <a:lvl7pPr marL="2056765"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28650" y="4767264"/>
            <a:ext cx="2057400" cy="273844"/>
          </a:xfrm>
          <a:prstGeom prst="rect">
            <a:avLst/>
          </a:prstGeom>
        </p:spPr>
        <p:txBody>
          <a:bodyPr lIns="68553" tIns="34289" rIns="68553" bIns="34289"/>
          <a:lstStyle/>
          <a:p>
            <a:pPr defTabSz="685165"/>
            <a:endParaRPr lang="zh-CN" altLang="en-US" sz="1400">
              <a:solidFill>
                <a:prstClr val="black"/>
              </a:solidFill>
            </a:endParaRPr>
          </a:p>
        </p:txBody>
      </p:sp>
      <p:sp>
        <p:nvSpPr>
          <p:cNvPr id="5" name="页脚占位符 4"/>
          <p:cNvSpPr>
            <a:spLocks noGrp="1"/>
          </p:cNvSpPr>
          <p:nvPr>
            <p:ph type="ftr" sz="quarter" idx="11"/>
          </p:nvPr>
        </p:nvSpPr>
        <p:spPr>
          <a:xfrm>
            <a:off x="3028950" y="4767264"/>
            <a:ext cx="3086100" cy="273844"/>
          </a:xfrm>
          <a:prstGeom prst="rect">
            <a:avLst/>
          </a:prstGeom>
        </p:spPr>
        <p:txBody>
          <a:bodyPr lIns="68553" tIns="34289" rIns="68553" bIns="34289"/>
          <a:lstStyle/>
          <a:p>
            <a:pPr defTabSz="685165"/>
            <a:endParaRPr lang="zh-CN" altLang="en-US" sz="1400">
              <a:solidFill>
                <a:prstClr val="black"/>
              </a:solidFill>
            </a:endParaRPr>
          </a:p>
        </p:txBody>
      </p:sp>
      <p:sp>
        <p:nvSpPr>
          <p:cNvPr id="6" name="灯片编号占位符 5"/>
          <p:cNvSpPr>
            <a:spLocks noGrp="1"/>
          </p:cNvSpPr>
          <p:nvPr>
            <p:ph type="sldNum" sz="quarter" idx="12"/>
          </p:nvPr>
        </p:nvSpPr>
        <p:spPr/>
        <p:txBody>
          <a:bodyPr/>
          <a:lstStyle/>
          <a:p>
            <a:fld id="{AC4A6413-A0AF-428F-8A4A-CA79C7D3BEAC}"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6" tIns="34289" rIns="68556"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74"/>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065" indent="0" algn="ctr">
              <a:buNone/>
              <a:defRPr sz="1200"/>
            </a:lvl4pPr>
            <a:lvl5pPr marL="1370965" indent="0" algn="ctr">
              <a:buNone/>
              <a:defRPr sz="1200"/>
            </a:lvl5pPr>
            <a:lvl6pPr marL="1713865" indent="0" algn="ctr">
              <a:buNone/>
              <a:defRPr sz="1200"/>
            </a:lvl6pPr>
            <a:lvl7pPr marL="2056765" indent="0" algn="ctr">
              <a:buNone/>
              <a:defRPr sz="1200"/>
            </a:lvl7pPr>
            <a:lvl8pPr marL="2399030" indent="0" algn="ctr">
              <a:buNone/>
              <a:defRPr sz="1200"/>
            </a:lvl8pPr>
            <a:lvl9pPr marL="274193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06"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1131540"/>
            <a:ext cx="8656719" cy="3677123"/>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vert="horz" lIns="68556" tIns="34289" rIns="68556"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6615" indent="0">
              <a:buNone/>
              <a:defRPr lang="zh-CN" altLang="en-US" sz="1100" dirty="0" smtClean="0"/>
            </a:lvl3pPr>
            <a:lvl4pPr marL="1199515"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56" tIns="34289" rIns="68556"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4" tIns="34289" rIns="68564"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69"/>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0965" indent="0" algn="ctr">
              <a:buNone/>
              <a:defRPr sz="1200"/>
            </a:lvl5pPr>
            <a:lvl6pPr marL="1713865"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4" tIns="34289" rIns="68564"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AD61316-D4EC-40CD-A887-1107DFCABD60}" type="slidenum">
              <a:rPr lang="zh-CN" altLang="en-US">
                <a:solidFill>
                  <a:prstClr val="black"/>
                </a:solidFill>
                <a:effectLst>
                  <a:outerShdw blurRad="38100" dist="19050" dir="2700000" algn="tl" rotWithShape="0">
                    <a:prstClr val="black">
                      <a:alpha val="40000"/>
                    </a:prstClr>
                  </a:outerShdw>
                </a:effectLst>
              </a:rPr>
            </a:fld>
            <a:endParaRPr lang="en-US" altLang="zh-CN" sz="1200" dirty="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内容">
    <p:spTree>
      <p:nvGrpSpPr>
        <p:cNvPr id="1" name=""/>
        <p:cNvGrpSpPr/>
        <p:nvPr/>
      </p:nvGrpSpPr>
      <p:grpSpPr>
        <a:xfrm>
          <a:off x="0" y="0"/>
          <a:ext cx="0" cy="0"/>
          <a:chOff x="0" y="0"/>
          <a:chExt cx="0" cy="0"/>
        </a:xfrm>
      </p:grpSpPr>
      <p:sp>
        <p:nvSpPr>
          <p:cNvPr id="4" name="Rectangle 8"/>
          <p:cNvSpPr>
            <a:spLocks noChangeArrowheads="1"/>
          </p:cNvSpPr>
          <p:nvPr/>
        </p:nvSpPr>
        <p:spPr bwMode="auto">
          <a:xfrm>
            <a:off x="9236075" y="2539992"/>
            <a:ext cx="1360488" cy="1271602"/>
          </a:xfrm>
          <a:prstGeom prst="rect">
            <a:avLst/>
          </a:prstGeom>
          <a:noFill/>
          <a:ln w="9525">
            <a:noFill/>
            <a:miter lim="800000"/>
          </a:ln>
        </p:spPr>
        <p:txBody>
          <a:bodyPr lIns="93414" tIns="46711" rIns="93414" bIns="46711" anchor="b" anchorCtr="1">
            <a:spAutoFit/>
          </a:bodyPr>
          <a:lstStyle/>
          <a:p>
            <a:pPr defTabSz="934085" fontAlgn="base">
              <a:spcBef>
                <a:spcPct val="0"/>
              </a:spcBef>
              <a:spcAft>
                <a:spcPct val="0"/>
              </a:spcAft>
              <a:defRPr/>
            </a:pPr>
            <a:r>
              <a:rPr lang="en-US" sz="900" noProof="1">
                <a:solidFill>
                  <a:prstClr val="white"/>
                </a:solidFill>
                <a:latin typeface="Heiti SC Light" charset="-122"/>
                <a:ea typeface="Heiti SC Light" charset="-122"/>
                <a:cs typeface="Heiti SC Light" charset="-122"/>
              </a:rPr>
              <a:t>T</a:t>
            </a:r>
            <a:r>
              <a:rPr lang="en-US" altLang="zh-CN" sz="900" noProof="1">
                <a:solidFill>
                  <a:prstClr val="white"/>
                </a:solidFill>
                <a:latin typeface="Heiti SC Light" charset="-122"/>
                <a:ea typeface="Heiti SC Light" charset="-122"/>
                <a:cs typeface="Heiti SC Light" charset="-122"/>
              </a:rPr>
              <a:t>itle:</a:t>
            </a:r>
            <a:endParaRPr lang="en-US" altLang="ja-JP" sz="9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altLang="zh-CN" sz="800" noProof="1">
                <a:solidFill>
                  <a:prstClr val="white"/>
                </a:solidFill>
                <a:latin typeface="Heiti SC Light" charset="-122"/>
                <a:ea typeface="Heiti SC Light" charset="-122"/>
                <a:cs typeface="Heiti SC Light" charset="-122"/>
              </a:rPr>
              <a:t>Type</a:t>
            </a:r>
            <a:r>
              <a:rPr lang="en-US" altLang="ja-JP" sz="800" noProof="1">
                <a:solidFill>
                  <a:prstClr val="white"/>
                </a:solidFill>
                <a:latin typeface="Heiti SC Light" charset="-122"/>
                <a:ea typeface="Heiti SC Light" charset="-122"/>
                <a:cs typeface="Heiti SC Light" charset="-122"/>
              </a:rPr>
              <a:t>: </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24-</a:t>
            </a:r>
            <a:r>
              <a:rPr lang="en-US" altLang="zh-CN" sz="800" noProof="1">
                <a:solidFill>
                  <a:prstClr val="white"/>
                </a:solidFill>
                <a:latin typeface="Heiti SC Light" charset="-122"/>
                <a:ea typeface="Heiti SC Light" charset="-122"/>
                <a:cs typeface="Heiti SC Light" charset="-122"/>
              </a:rPr>
              <a:t>pt</a:t>
            </a:r>
            <a:endParaRPr lang="en-US" altLang="ja-JP"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a:t>
            </a:r>
            <a:r>
              <a:rPr lang="en-US" altLang="zh-CN" sz="800" noProof="1">
                <a:solidFill>
                  <a:prstClr val="white"/>
                </a:solidFill>
                <a:latin typeface="Heiti SC Light" charset="-122"/>
                <a:ea typeface="Heiti SC Light" charset="-122"/>
                <a:cs typeface="Heiti SC Light" charset="-122"/>
              </a:rPr>
              <a:t>olor</a:t>
            </a: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he ZTE blue</a:t>
            </a:r>
            <a:r>
              <a:rPr lang="en-US" altLang="ja-JP" sz="800" noProof="1">
                <a:solidFill>
                  <a:prstClr val="white"/>
                </a:solidFill>
                <a:latin typeface="Heiti SC Light" charset="-122"/>
                <a:ea typeface="Heiti SC Light" charset="-122"/>
                <a:cs typeface="Heiti SC Light" charset="-122"/>
              </a:rPr>
              <a:t> </a:t>
            </a:r>
            <a:endParaRPr lang="en-US" altLang="ja-JP"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endParaRPr lang="en-US" altLang="zh-CN" sz="9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altLang="zh-CN" sz="900" noProof="1">
                <a:solidFill>
                  <a:prstClr val="white"/>
                </a:solidFill>
                <a:latin typeface="Heiti SC Light" charset="-122"/>
                <a:ea typeface="Heiti SC Light" charset="-122"/>
                <a:cs typeface="Heiti SC Light" charset="-122"/>
              </a:rPr>
              <a:t>Subtitle:</a:t>
            </a:r>
            <a:endParaRPr lang="en-US" altLang="ja-JP" sz="9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ype</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18pt</a:t>
            </a:r>
            <a:endParaRPr lang="en-US" altLang="ja-JP" sz="800" noProof="1">
              <a:solidFill>
                <a:prstClr val="white"/>
              </a:solidFill>
              <a:latin typeface="Heiti SC Light" charset="-122"/>
              <a:ea typeface="Heiti SC Light" charset="-122"/>
              <a:cs typeface="Heiti SC Light" charset="-122"/>
            </a:endParaRPr>
          </a:p>
          <a:p>
            <a:pPr defTabSz="934085"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Color: The </a:t>
            </a:r>
            <a:r>
              <a:rPr lang="en-US" altLang="zh-CN" sz="800" noProof="1">
                <a:solidFill>
                  <a:prstClr val="white"/>
                </a:solidFill>
                <a:latin typeface="Heiti SC Light" charset="-122"/>
                <a:ea typeface="Heiti SC Light" charset="-122"/>
                <a:cs typeface="Heiti SC Light" charset="-122"/>
              </a:rPr>
              <a:t>ZTE green</a:t>
            </a:r>
            <a:endParaRPr lang="en-US" altLang="ja-JP" sz="800" noProof="1">
              <a:solidFill>
                <a:prstClr val="white"/>
              </a:solidFill>
              <a:latin typeface="Heiti SC Light" charset="-122"/>
              <a:ea typeface="Heiti SC Light" charset="-122"/>
              <a:cs typeface="Heiti SC Light" charset="-122"/>
            </a:endParaRPr>
          </a:p>
        </p:txBody>
      </p:sp>
      <p:grpSp>
        <p:nvGrpSpPr>
          <p:cNvPr id="5" name="组 5"/>
          <p:cNvGrpSpPr/>
          <p:nvPr/>
        </p:nvGrpSpPr>
        <p:grpSpPr bwMode="auto">
          <a:xfrm>
            <a:off x="9364664" y="3851276"/>
            <a:ext cx="1392237" cy="989013"/>
            <a:chOff x="9286278" y="1725515"/>
            <a:chExt cx="1392554" cy="989008"/>
          </a:xfrm>
        </p:grpSpPr>
        <p:grpSp>
          <p:nvGrpSpPr>
            <p:cNvPr id="6" name="组 6"/>
            <p:cNvGrpSpPr/>
            <p:nvPr/>
          </p:nvGrpSpPr>
          <p:grpSpPr bwMode="auto">
            <a:xfrm>
              <a:off x="9286278" y="1725515"/>
              <a:ext cx="935250" cy="253999"/>
              <a:chOff x="9286278" y="1725515"/>
              <a:chExt cx="935250" cy="253999"/>
            </a:xfrm>
          </p:grpSpPr>
          <p:sp>
            <p:nvSpPr>
              <p:cNvPr id="13" name="矩形 18"/>
              <p:cNvSpPr/>
              <p:nvPr/>
            </p:nvSpPr>
            <p:spPr>
              <a:xfrm>
                <a:off x="9286278" y="1725515"/>
                <a:ext cx="254058" cy="253999"/>
              </a:xfrm>
              <a:prstGeom prst="rect">
                <a:avLst/>
              </a:prstGeom>
              <a:solidFill>
                <a:srgbClr val="008FD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5" name="文本框 19"/>
              <p:cNvSpPr txBox="1">
                <a:spLocks noChangeArrowheads="1"/>
              </p:cNvSpPr>
              <p:nvPr/>
            </p:nvSpPr>
            <p:spPr bwMode="auto">
              <a:xfrm>
                <a:off x="9503815" y="1757265"/>
                <a:ext cx="717713"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dirty="0">
                    <a:solidFill>
                      <a:prstClr val="white"/>
                    </a:solidFill>
                    <a:latin typeface="Times" panose="00000500000000020000" pitchFamily="18" charset="0"/>
                    <a:cs typeface="Times" panose="00000500000000020000" pitchFamily="18" charset="0"/>
                  </a:rPr>
                  <a:t>G143, B212</a:t>
                </a:r>
                <a:endParaRPr kumimoji="1" lang="zh-CN" altLang="en-US" sz="700" i="1">
                  <a:solidFill>
                    <a:prstClr val="white"/>
                  </a:solidFill>
                  <a:latin typeface="Times" panose="00000500000000020000" pitchFamily="18" charset="0"/>
                  <a:cs typeface="Times" panose="00000500000000020000" pitchFamily="18" charset="0"/>
                </a:endParaRPr>
              </a:p>
            </p:txBody>
          </p:sp>
        </p:grpSp>
        <p:grpSp>
          <p:nvGrpSpPr>
            <p:cNvPr id="7" name="组 9"/>
            <p:cNvGrpSpPr/>
            <p:nvPr/>
          </p:nvGrpSpPr>
          <p:grpSpPr bwMode="auto">
            <a:xfrm>
              <a:off x="9286278" y="2098576"/>
              <a:ext cx="1198835" cy="253999"/>
              <a:chOff x="9286278" y="2098576"/>
              <a:chExt cx="1198835" cy="253999"/>
            </a:xfrm>
          </p:grpSpPr>
          <p:sp>
            <p:nvSpPr>
              <p:cNvPr id="11" name="矩形 14"/>
              <p:cNvSpPr/>
              <p:nvPr/>
            </p:nvSpPr>
            <p:spPr>
              <a:xfrm>
                <a:off x="9286278" y="2098576"/>
                <a:ext cx="254058" cy="253999"/>
              </a:xfrm>
              <a:prstGeom prst="rect">
                <a:avLst/>
              </a:prstGeom>
              <a:solidFill>
                <a:srgbClr val="8CC6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2" name="文本框 15"/>
              <p:cNvSpPr txBox="1">
                <a:spLocks noChangeArrowheads="1"/>
              </p:cNvSpPr>
              <p:nvPr/>
            </p:nvSpPr>
            <p:spPr bwMode="auto">
              <a:xfrm>
                <a:off x="9503815" y="2130326"/>
                <a:ext cx="981298"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dirty="0">
                    <a:solidFill>
                      <a:prstClr val="white"/>
                    </a:solidFill>
                    <a:latin typeface="Times" panose="00000500000000020000" pitchFamily="18" charset="0"/>
                    <a:cs typeface="Times" panose="00000500000000020000" pitchFamily="18" charset="0"/>
                  </a:rPr>
                  <a:t>R140,G198, B62</a:t>
                </a:r>
                <a:endParaRPr kumimoji="1" lang="zh-CN" altLang="en-US" sz="700" i="1">
                  <a:solidFill>
                    <a:prstClr val="white"/>
                  </a:solidFill>
                  <a:latin typeface="Times" panose="00000500000000020000" pitchFamily="18" charset="0"/>
                  <a:cs typeface="Times" panose="00000500000000020000" pitchFamily="18" charset="0"/>
                </a:endParaRPr>
              </a:p>
            </p:txBody>
          </p:sp>
        </p:grpSp>
        <p:sp>
          <p:nvSpPr>
            <p:cNvPr id="8" name="矩形 10"/>
            <p:cNvSpPr/>
            <p:nvPr/>
          </p:nvSpPr>
          <p:spPr>
            <a:xfrm>
              <a:off x="9286278" y="2460524"/>
              <a:ext cx="254058" cy="253999"/>
            </a:xfrm>
            <a:prstGeom prst="rect">
              <a:avLst/>
            </a:prstGeom>
            <a:solidFill>
              <a:srgbClr val="5ACB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0" name="文本框 12"/>
            <p:cNvSpPr txBox="1">
              <a:spLocks noChangeArrowheads="1"/>
            </p:cNvSpPr>
            <p:nvPr/>
          </p:nvSpPr>
          <p:spPr bwMode="auto">
            <a:xfrm>
              <a:off x="9503815" y="2490686"/>
              <a:ext cx="1175017"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dirty="0">
                  <a:solidFill>
                    <a:prstClr val="white"/>
                  </a:solidFill>
                  <a:latin typeface="Times" panose="00000500000000020000" pitchFamily="18" charset="0"/>
                  <a:cs typeface="Times" panose="00000500000000020000" pitchFamily="18" charset="0"/>
                </a:rPr>
                <a:t>R90,G203, B245</a:t>
              </a:r>
              <a:endParaRPr kumimoji="1" lang="zh-CN" altLang="en-US" sz="700" i="1">
                <a:solidFill>
                  <a:prstClr val="white"/>
                </a:solidFill>
                <a:latin typeface="Times" panose="00000500000000020000" pitchFamily="18" charset="0"/>
                <a:cs typeface="Times" panose="00000500000000020000" pitchFamily="18" charset="0"/>
              </a:endParaRPr>
            </a:p>
          </p:txBody>
        </p:sp>
      </p:grpSp>
      <p:pic>
        <p:nvPicPr>
          <p:cNvPr id="16" name="Picture 15" descr="ZTE_ppt_design_0202-06.jpg"/>
          <p:cNvPicPr>
            <a:picLocks noChangeAspect="1"/>
          </p:cNvPicPr>
          <p:nvPr/>
        </p:nvPicPr>
        <p:blipFill>
          <a:blip r:embed="rId2"/>
          <a:srcRect/>
          <a:stretch>
            <a:fillRect/>
          </a:stretch>
        </p:blipFill>
        <p:spPr bwMode="auto">
          <a:xfrm>
            <a:off x="0" y="4779967"/>
            <a:ext cx="9144000" cy="387350"/>
          </a:xfrm>
          <a:prstGeom prst="rect">
            <a:avLst/>
          </a:prstGeom>
          <a:noFill/>
          <a:ln w="9525">
            <a:noFill/>
            <a:miter lim="800000"/>
            <a:headEnd/>
            <a:tailEnd/>
          </a:ln>
        </p:spPr>
      </p:pic>
      <p:sp>
        <p:nvSpPr>
          <p:cNvPr id="17" name="TextBox 16"/>
          <p:cNvSpPr txBox="1">
            <a:spLocks noChangeArrowheads="1"/>
          </p:cNvSpPr>
          <p:nvPr/>
        </p:nvSpPr>
        <p:spPr bwMode="auto">
          <a:xfrm>
            <a:off x="4271963" y="4914902"/>
            <a:ext cx="2190750" cy="169863"/>
          </a:xfrm>
          <a:prstGeom prst="rect">
            <a:avLst/>
          </a:prstGeom>
          <a:noFill/>
          <a:ln w="9525">
            <a:noFill/>
            <a:miter lim="800000"/>
          </a:ln>
        </p:spPr>
        <p:txBody>
          <a:bodyPr lIns="0" tIns="0" rIns="0" bIns="0"/>
          <a:lstStyle/>
          <a:p>
            <a:pPr defTabSz="456565" fontAlgn="base">
              <a:spcBef>
                <a:spcPct val="0"/>
              </a:spcBef>
              <a:spcAft>
                <a:spcPct val="0"/>
              </a:spcAft>
              <a:defRPr/>
            </a:pP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ZTEsoft</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Technology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Co.,Ltd</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All rights reserved</a:t>
            </a:r>
            <a:endPar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endParaRPr>
          </a:p>
        </p:txBody>
      </p:sp>
      <p:sp>
        <p:nvSpPr>
          <p:cNvPr id="18" name="Slide Number Placeholder 5"/>
          <p:cNvSpPr>
            <a:spLocks noGrp="1"/>
          </p:cNvSpPr>
          <p:nvPr/>
        </p:nvSpPr>
        <p:spPr bwMode="auto">
          <a:xfrm>
            <a:off x="238125" y="4849829"/>
            <a:ext cx="419100" cy="365125"/>
          </a:xfrm>
          <a:prstGeom prst="rect">
            <a:avLst/>
          </a:prstGeom>
          <a:noFill/>
          <a:ln w="9525">
            <a:noFill/>
            <a:miter lim="800000"/>
          </a:ln>
        </p:spPr>
        <p:txBody>
          <a:bodyPr lIns="91412" tIns="45706" rIns="91412" bIns="45706" anchor="ctr"/>
          <a:lstStyle/>
          <a:p>
            <a:pPr defTabSz="456565" fontAlgn="base">
              <a:spcBef>
                <a:spcPct val="0"/>
              </a:spcBef>
              <a:spcAft>
                <a:spcPct val="0"/>
              </a:spcAft>
              <a:defRPr/>
            </a:pPr>
            <a:fld id="{909ED34E-68CD-4CBA-8768-968FC3B27E4C}" type="slidenum">
              <a:rPr lang="en-US" sz="800">
                <a:solidFill>
                  <a:srgbClr val="404040"/>
                </a:solidFill>
                <a:latin typeface="微软雅黑" panose="020B0503020204020204" pitchFamily="34" charset="-122"/>
                <a:cs typeface="Arial" panose="020B0604020202020204" pitchFamily="34" charset="0"/>
              </a:rPr>
            </a:fld>
            <a:endParaRPr lang="en-US" sz="800">
              <a:solidFill>
                <a:srgbClr val="404040"/>
              </a:solidFill>
              <a:latin typeface="微软雅黑" panose="020B0503020204020204" pitchFamily="34" charset="-122"/>
              <a:cs typeface="Arial" panose="020B0604020202020204" pitchFamily="34" charset="0"/>
            </a:endParaRPr>
          </a:p>
        </p:txBody>
      </p:sp>
      <p:sp>
        <p:nvSpPr>
          <p:cNvPr id="9" name="文本占位符 2"/>
          <p:cNvSpPr>
            <a:spLocks noGrp="1"/>
          </p:cNvSpPr>
          <p:nvPr>
            <p:ph idx="1"/>
          </p:nvPr>
        </p:nvSpPr>
        <p:spPr>
          <a:xfrm>
            <a:off x="336139" y="1270088"/>
            <a:ext cx="8513762" cy="3346879"/>
          </a:xfrm>
          <a:prstGeom prst="rect">
            <a:avLst/>
          </a:prstGeom>
        </p:spPr>
        <p:txBody>
          <a:bodyPr rtlCol="0">
            <a:noAutofit/>
          </a:bodyPr>
          <a:lstStyle>
            <a:lvl1pPr>
              <a:defRPr kumimoji="1" lang="zh-CN" altLang="en-US" sz="1800" dirty="0" smtClean="0">
                <a:solidFill>
                  <a:schemeClr val="tx1">
                    <a:lumMod val="75000"/>
                    <a:lumOff val="25000"/>
                  </a:schemeClr>
                </a:solidFill>
              </a:defRPr>
            </a:lvl1pPr>
            <a:lvl2pPr>
              <a:defRPr kumimoji="1" lang="zh-CN" altLang="en-US" sz="1400" b="0" i="0" kern="1200" dirty="0" smtClean="0">
                <a:solidFill>
                  <a:srgbClr val="404040"/>
                </a:solidFill>
                <a:latin typeface="+mn-lt"/>
                <a:ea typeface="微软雅黑" panose="020B0503020204020204" pitchFamily="34" charset="-122"/>
                <a:cs typeface="+mn-cs"/>
              </a:defRPr>
            </a:lvl2pPr>
          </a:lstStyle>
          <a:p>
            <a:pPr lvl="0"/>
            <a:r>
              <a:rPr lang="zh-CN" altLang="en-US"/>
              <a:t>单击此处编辑母版文本样式</a:t>
            </a:r>
            <a:endParaRPr lang="zh-CN" altLang="en-US"/>
          </a:p>
          <a:p>
            <a:pPr lvl="1"/>
            <a:r>
              <a:rPr lang="zh-CN" altLang="en-US"/>
              <a:t>二级</a:t>
            </a:r>
            <a:endParaRPr lang="zh-CN" altLang="en-US"/>
          </a:p>
        </p:txBody>
      </p:sp>
      <p:sp>
        <p:nvSpPr>
          <p:cNvPr id="14" name="标题 13"/>
          <p:cNvSpPr>
            <a:spLocks noGrp="1"/>
          </p:cNvSpPr>
          <p:nvPr>
            <p:ph type="title"/>
          </p:nvPr>
        </p:nvSpPr>
        <p:spPr>
          <a:xfrm>
            <a:off x="336139" y="411143"/>
            <a:ext cx="8513762" cy="723727"/>
          </a:xfrm>
        </p:spPr>
        <p:txBody>
          <a:bodyPr rtlCol="0">
            <a:noAutofit/>
          </a:bodyPr>
          <a:lstStyle>
            <a:lvl1pPr>
              <a:defRPr lang="zh-CN" altLang="en-US" dirty="0">
                <a:solidFill>
                  <a:srgbClr val="008FD4"/>
                </a:solidFill>
              </a:defRPr>
            </a:lvl1pPr>
          </a:lstStyle>
          <a:p>
            <a:pPr lvl="0"/>
            <a:r>
              <a:rPr lang="zh-CN" altLang="en-US"/>
              <a:t>单击此处编辑母版标题样式</a:t>
            </a:r>
            <a:endParaRPr lang="zh-CN" altLang="en-US" dirty="0"/>
          </a:p>
        </p:txBody>
      </p:sp>
      <p:grpSp>
        <p:nvGrpSpPr>
          <p:cNvPr id="20" name="组合 19"/>
          <p:cNvGrpSpPr/>
          <p:nvPr userDrawn="1"/>
        </p:nvGrpSpPr>
        <p:grpSpPr>
          <a:xfrm>
            <a:off x="8179326" y="4779963"/>
            <a:ext cx="796950" cy="304800"/>
            <a:chOff x="8150751" y="6475330"/>
            <a:chExt cx="796950" cy="304800"/>
          </a:xfrm>
        </p:grpSpPr>
        <p:sp>
          <p:nvSpPr>
            <p:cNvPr id="21" name="矩形 20"/>
            <p:cNvSpPr/>
            <p:nvPr userDrawn="1"/>
          </p:nvSpPr>
          <p:spPr>
            <a:xfrm>
              <a:off x="8269283" y="6475330"/>
              <a:ext cx="581030" cy="304800"/>
            </a:xfrm>
            <a:prstGeom prst="rect">
              <a:avLst/>
            </a:prstGeom>
            <a:ln>
              <a:noFill/>
            </a:ln>
            <a:effectLst/>
          </p:spPr>
          <p:style>
            <a:lnRef idx="1">
              <a:schemeClr val="accent1"/>
            </a:lnRef>
            <a:fillRef idx="1001">
              <a:schemeClr val="lt1"/>
            </a:fillRef>
            <a:effectRef idx="2">
              <a:schemeClr val="accent1"/>
            </a:effectRef>
            <a:fontRef idx="minor">
              <a:schemeClr val="lt1"/>
            </a:fontRef>
          </p:style>
          <p:txBody>
            <a:bodyPr rtlCol="0" anchor="ctr"/>
            <a:lstStyle/>
            <a:p>
              <a:pPr algn="ctr" defTabSz="456565" fontAlgn="base">
                <a:spcBef>
                  <a:spcPct val="0"/>
                </a:spcBef>
                <a:spcAft>
                  <a:spcPct val="0"/>
                </a:spcAft>
              </a:pPr>
              <a:endParaRPr lang="zh-CN" altLang="en-US" sz="1400">
                <a:solidFill>
                  <a:prstClr val="white"/>
                </a:solidFill>
              </a:endParaRPr>
            </a:p>
          </p:txBody>
        </p:sp>
        <p:pic>
          <p:nvPicPr>
            <p:cNvPr id="22" name="图片 21" descr="ZTEsoft_Logo.png"/>
            <p:cNvPicPr>
              <a:picLocks noChangeAspect="1"/>
            </p:cNvPicPr>
            <p:nvPr userDrawn="1"/>
          </p:nvPicPr>
          <p:blipFill>
            <a:blip r:embed="rId3" cstate="print"/>
            <a:stretch>
              <a:fillRect/>
            </a:stretch>
          </p:blipFill>
          <p:spPr>
            <a:xfrm>
              <a:off x="8150751" y="6540190"/>
              <a:ext cx="796950" cy="210232"/>
            </a:xfrm>
            <a:prstGeom prst="rect">
              <a:avLst/>
            </a:prstGeom>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0" tIns="34289" rIns="68570"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65"/>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0" tIns="34289" rIns="68570"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AD61316-D4EC-40CD-A887-1107DFCABD60}"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_内容">
    <p:spTree>
      <p:nvGrpSpPr>
        <p:cNvPr id="1" name=""/>
        <p:cNvGrpSpPr/>
        <p:nvPr/>
      </p:nvGrpSpPr>
      <p:grpSpPr>
        <a:xfrm>
          <a:off x="0" y="0"/>
          <a:ext cx="0" cy="0"/>
          <a:chOff x="0" y="0"/>
          <a:chExt cx="0" cy="0"/>
        </a:xfrm>
      </p:grpSpPr>
      <p:sp>
        <p:nvSpPr>
          <p:cNvPr id="4" name="Rectangle 8"/>
          <p:cNvSpPr>
            <a:spLocks noChangeArrowheads="1"/>
          </p:cNvSpPr>
          <p:nvPr/>
        </p:nvSpPr>
        <p:spPr bwMode="auto">
          <a:xfrm>
            <a:off x="9236075" y="2539992"/>
            <a:ext cx="1360488" cy="1271602"/>
          </a:xfrm>
          <a:prstGeom prst="rect">
            <a:avLst/>
          </a:prstGeom>
          <a:noFill/>
          <a:ln w="9525">
            <a:noFill/>
            <a:miter lim="800000"/>
          </a:ln>
        </p:spPr>
        <p:txBody>
          <a:bodyPr lIns="93422" tIns="46715" rIns="93422" bIns="46715" anchor="b" anchorCtr="1">
            <a:spAutoFit/>
          </a:bodyPr>
          <a:lstStyle/>
          <a:p>
            <a:pPr defTabSz="934720" fontAlgn="base">
              <a:spcBef>
                <a:spcPct val="0"/>
              </a:spcBef>
              <a:spcAft>
                <a:spcPct val="0"/>
              </a:spcAft>
              <a:defRPr/>
            </a:pPr>
            <a:r>
              <a:rPr lang="en-US" sz="900" noProof="1">
                <a:solidFill>
                  <a:prstClr val="white"/>
                </a:solidFill>
                <a:latin typeface="Heiti SC Light" charset="-122"/>
                <a:ea typeface="Heiti SC Light" charset="-122"/>
                <a:cs typeface="Heiti SC Light" charset="-122"/>
              </a:rPr>
              <a:t>T</a:t>
            </a:r>
            <a:r>
              <a:rPr lang="en-US" altLang="zh-CN" sz="900" noProof="1">
                <a:solidFill>
                  <a:prstClr val="white"/>
                </a:solidFill>
                <a:latin typeface="Heiti SC Light" charset="-122"/>
                <a:ea typeface="Heiti SC Light" charset="-122"/>
                <a:cs typeface="Heiti SC Light" charset="-122"/>
              </a:rPr>
              <a: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800" noProof="1">
                <a:solidFill>
                  <a:prstClr val="white"/>
                </a:solidFill>
                <a:latin typeface="Heiti SC Light" charset="-122"/>
                <a:ea typeface="Heiti SC Light" charset="-122"/>
                <a:cs typeface="Heiti SC Light" charset="-122"/>
              </a:rPr>
              <a:t>Type</a:t>
            </a:r>
            <a:r>
              <a:rPr lang="en-US" altLang="ja-JP" sz="800" noProof="1">
                <a:solidFill>
                  <a:prstClr val="white"/>
                </a:solidFill>
                <a:latin typeface="Heiti SC Light" charset="-122"/>
                <a:ea typeface="Heiti SC Light" charset="-122"/>
                <a:cs typeface="Heiti SC Light" charset="-122"/>
              </a:rPr>
              <a:t>: </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24-</a:t>
            </a:r>
            <a:r>
              <a:rPr lang="en-US" altLang="zh-CN" sz="800" noProof="1">
                <a:solidFill>
                  <a:prstClr val="white"/>
                </a:solidFill>
                <a:latin typeface="Heiti SC Light" charset="-122"/>
                <a:ea typeface="Heiti SC Light" charset="-122"/>
                <a:cs typeface="Heiti SC Light" charset="-122"/>
              </a:rPr>
              <a:t>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a:t>
            </a:r>
            <a:r>
              <a:rPr lang="en-US" altLang="zh-CN" sz="800" noProof="1">
                <a:solidFill>
                  <a:prstClr val="white"/>
                </a:solidFill>
                <a:latin typeface="Heiti SC Light" charset="-122"/>
                <a:ea typeface="Heiti SC Light" charset="-122"/>
                <a:cs typeface="Heiti SC Light" charset="-122"/>
              </a:rPr>
              <a:t>olor</a:t>
            </a: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he ZTE blue</a:t>
            </a:r>
            <a:r>
              <a:rPr lang="en-US" altLang="ja-JP" sz="800" noProof="1">
                <a:solidFill>
                  <a:prstClr val="white"/>
                </a:solidFill>
                <a:latin typeface="Heiti SC Light" charset="-122"/>
                <a:ea typeface="Heiti SC Light" charset="-122"/>
                <a:cs typeface="Heiti SC Light" charset="-122"/>
              </a:rPr>
              <a:t> </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endParaRPr lang="en-US" altLang="zh-CN"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900" noProof="1">
                <a:solidFill>
                  <a:prstClr val="white"/>
                </a:solidFill>
                <a:latin typeface="Heiti SC Light" charset="-122"/>
                <a:ea typeface="Heiti SC Light" charset="-122"/>
                <a:cs typeface="Heiti SC Light" charset="-122"/>
              </a:rPr>
              <a:t>Subtitle: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ype</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18pt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Color: The </a:t>
            </a:r>
            <a:r>
              <a:rPr lang="en-US" altLang="zh-CN" sz="800" noProof="1">
                <a:solidFill>
                  <a:prstClr val="white"/>
                </a:solidFill>
                <a:latin typeface="Heiti SC Light" charset="-122"/>
                <a:ea typeface="Heiti SC Light" charset="-122"/>
                <a:cs typeface="Heiti SC Light" charset="-122"/>
              </a:rPr>
              <a:t>ZTE green</a:t>
            </a:r>
            <a:endParaRPr lang="en-US" altLang="ja-JP" sz="800" noProof="1">
              <a:solidFill>
                <a:prstClr val="white"/>
              </a:solidFill>
              <a:latin typeface="Heiti SC Light" charset="-122"/>
              <a:ea typeface="Heiti SC Light" charset="-122"/>
              <a:cs typeface="Heiti SC Light" charset="-122"/>
            </a:endParaRPr>
          </a:p>
        </p:txBody>
      </p:sp>
      <p:grpSp>
        <p:nvGrpSpPr>
          <p:cNvPr id="5" name="组 5"/>
          <p:cNvGrpSpPr/>
          <p:nvPr/>
        </p:nvGrpSpPr>
        <p:grpSpPr bwMode="auto">
          <a:xfrm>
            <a:off x="9364664" y="3851276"/>
            <a:ext cx="1392237" cy="989013"/>
            <a:chOff x="9286278" y="1725515"/>
            <a:chExt cx="1392554" cy="989008"/>
          </a:xfrm>
        </p:grpSpPr>
        <p:grpSp>
          <p:nvGrpSpPr>
            <p:cNvPr id="6" name="组 6"/>
            <p:cNvGrpSpPr/>
            <p:nvPr/>
          </p:nvGrpSpPr>
          <p:grpSpPr bwMode="auto">
            <a:xfrm>
              <a:off x="9286278" y="1725515"/>
              <a:ext cx="935250" cy="253999"/>
              <a:chOff x="9286278" y="1725515"/>
              <a:chExt cx="935250" cy="253999"/>
            </a:xfrm>
          </p:grpSpPr>
          <p:sp>
            <p:nvSpPr>
              <p:cNvPr id="13" name="矩形 18"/>
              <p:cNvSpPr/>
              <p:nvPr/>
            </p:nvSpPr>
            <p:spPr>
              <a:xfrm>
                <a:off x="9286278" y="1725515"/>
                <a:ext cx="254058" cy="253999"/>
              </a:xfrm>
              <a:prstGeom prst="rect">
                <a:avLst/>
              </a:prstGeom>
              <a:solidFill>
                <a:srgbClr val="008FD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5" name="文本框 19"/>
              <p:cNvSpPr txBox="1">
                <a:spLocks noChangeArrowheads="1"/>
              </p:cNvSpPr>
              <p:nvPr/>
            </p:nvSpPr>
            <p:spPr bwMode="auto">
              <a:xfrm>
                <a:off x="9503815" y="1757265"/>
                <a:ext cx="717713"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G143, B212</a:t>
                </a:r>
                <a:endParaRPr kumimoji="1" lang="zh-CN" altLang="en-US" sz="700" i="1">
                  <a:solidFill>
                    <a:prstClr val="white"/>
                  </a:solidFill>
                  <a:latin typeface="Times" panose="00000500000000020000" pitchFamily="18" charset="0"/>
                  <a:cs typeface="Times" panose="00000500000000020000" pitchFamily="18" charset="0"/>
                </a:endParaRPr>
              </a:p>
            </p:txBody>
          </p:sp>
        </p:grpSp>
        <p:grpSp>
          <p:nvGrpSpPr>
            <p:cNvPr id="7" name="组 9"/>
            <p:cNvGrpSpPr/>
            <p:nvPr/>
          </p:nvGrpSpPr>
          <p:grpSpPr bwMode="auto">
            <a:xfrm>
              <a:off x="9286278" y="2098576"/>
              <a:ext cx="1198835" cy="253999"/>
              <a:chOff x="9286278" y="2098576"/>
              <a:chExt cx="1198835" cy="253999"/>
            </a:xfrm>
          </p:grpSpPr>
          <p:sp>
            <p:nvSpPr>
              <p:cNvPr id="11" name="矩形 14"/>
              <p:cNvSpPr/>
              <p:nvPr/>
            </p:nvSpPr>
            <p:spPr>
              <a:xfrm>
                <a:off x="9286278" y="2098576"/>
                <a:ext cx="254058" cy="253999"/>
              </a:xfrm>
              <a:prstGeom prst="rect">
                <a:avLst/>
              </a:prstGeom>
              <a:solidFill>
                <a:srgbClr val="8CC6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2" name="文本框 15"/>
              <p:cNvSpPr txBox="1">
                <a:spLocks noChangeArrowheads="1"/>
              </p:cNvSpPr>
              <p:nvPr/>
            </p:nvSpPr>
            <p:spPr bwMode="auto">
              <a:xfrm>
                <a:off x="9503815" y="2130326"/>
                <a:ext cx="981298"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R140,G198, B62</a:t>
                </a:r>
                <a:endParaRPr kumimoji="1" lang="zh-CN" altLang="en-US" sz="700" i="1">
                  <a:solidFill>
                    <a:prstClr val="white"/>
                  </a:solidFill>
                  <a:latin typeface="Times" panose="00000500000000020000" pitchFamily="18" charset="0"/>
                  <a:cs typeface="Times" panose="00000500000000020000" pitchFamily="18" charset="0"/>
                </a:endParaRPr>
              </a:p>
            </p:txBody>
          </p:sp>
        </p:grpSp>
        <p:sp>
          <p:nvSpPr>
            <p:cNvPr id="8" name="矩形 10"/>
            <p:cNvSpPr/>
            <p:nvPr/>
          </p:nvSpPr>
          <p:spPr>
            <a:xfrm>
              <a:off x="9286278" y="2460524"/>
              <a:ext cx="254058" cy="253999"/>
            </a:xfrm>
            <a:prstGeom prst="rect">
              <a:avLst/>
            </a:prstGeom>
            <a:solidFill>
              <a:srgbClr val="5ACB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0" name="文本框 12"/>
            <p:cNvSpPr txBox="1">
              <a:spLocks noChangeArrowheads="1"/>
            </p:cNvSpPr>
            <p:nvPr/>
          </p:nvSpPr>
          <p:spPr bwMode="auto">
            <a:xfrm>
              <a:off x="9503815" y="2490686"/>
              <a:ext cx="1175017"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R90,G203, B245</a:t>
              </a:r>
              <a:endParaRPr kumimoji="1" lang="zh-CN" altLang="en-US" sz="700" i="1">
                <a:solidFill>
                  <a:prstClr val="white"/>
                </a:solidFill>
                <a:latin typeface="Times" panose="00000500000000020000" pitchFamily="18" charset="0"/>
                <a:cs typeface="Times" panose="00000500000000020000" pitchFamily="18" charset="0"/>
              </a:endParaRPr>
            </a:p>
          </p:txBody>
        </p:sp>
      </p:grpSp>
      <p:pic>
        <p:nvPicPr>
          <p:cNvPr id="16" name="Picture 15" descr="ZTE_ppt_design_0202-06.jpg"/>
          <p:cNvPicPr>
            <a:picLocks noChangeAspect="1"/>
          </p:cNvPicPr>
          <p:nvPr/>
        </p:nvPicPr>
        <p:blipFill>
          <a:blip r:embed="rId2"/>
          <a:srcRect/>
          <a:stretch>
            <a:fillRect/>
          </a:stretch>
        </p:blipFill>
        <p:spPr bwMode="auto">
          <a:xfrm>
            <a:off x="0" y="4779967"/>
            <a:ext cx="9144000" cy="387350"/>
          </a:xfrm>
          <a:prstGeom prst="rect">
            <a:avLst/>
          </a:prstGeom>
          <a:noFill/>
          <a:ln w="9525">
            <a:noFill/>
            <a:miter lim="800000"/>
            <a:headEnd/>
            <a:tailEnd/>
          </a:ln>
        </p:spPr>
      </p:pic>
      <p:sp>
        <p:nvSpPr>
          <p:cNvPr id="17" name="TextBox 16"/>
          <p:cNvSpPr txBox="1">
            <a:spLocks noChangeArrowheads="1"/>
          </p:cNvSpPr>
          <p:nvPr/>
        </p:nvSpPr>
        <p:spPr bwMode="auto">
          <a:xfrm>
            <a:off x="4271963" y="4914902"/>
            <a:ext cx="2190750" cy="169863"/>
          </a:xfrm>
          <a:prstGeom prst="rect">
            <a:avLst/>
          </a:prstGeom>
          <a:noFill/>
          <a:ln w="9525">
            <a:noFill/>
            <a:miter lim="800000"/>
          </a:ln>
        </p:spPr>
        <p:txBody>
          <a:bodyPr lIns="0" tIns="0" rIns="0" bIns="0"/>
          <a:lstStyle/>
          <a:p>
            <a:pPr defTabSz="456565" fontAlgn="base">
              <a:spcBef>
                <a:spcPct val="0"/>
              </a:spcBef>
              <a:spcAft>
                <a:spcPct val="0"/>
              </a:spcAft>
              <a:defRPr/>
            </a:pP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ZTEsoft</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Technology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Co.,Ltd</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All rights reserved</a:t>
            </a:r>
            <a:endPar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endParaRPr>
          </a:p>
        </p:txBody>
      </p:sp>
      <p:sp>
        <p:nvSpPr>
          <p:cNvPr id="18" name="Slide Number Placeholder 5"/>
          <p:cNvSpPr>
            <a:spLocks noGrp="1"/>
          </p:cNvSpPr>
          <p:nvPr/>
        </p:nvSpPr>
        <p:spPr bwMode="auto">
          <a:xfrm>
            <a:off x="238125" y="4849825"/>
            <a:ext cx="419100" cy="365125"/>
          </a:xfrm>
          <a:prstGeom prst="rect">
            <a:avLst/>
          </a:prstGeom>
          <a:noFill/>
          <a:ln w="9525">
            <a:noFill/>
            <a:miter lim="800000"/>
          </a:ln>
        </p:spPr>
        <p:txBody>
          <a:bodyPr lIns="91420" tIns="45710" rIns="91420" bIns="45710" anchor="ctr"/>
          <a:lstStyle/>
          <a:p>
            <a:pPr defTabSz="456565" fontAlgn="base">
              <a:spcBef>
                <a:spcPct val="0"/>
              </a:spcBef>
              <a:spcAft>
                <a:spcPct val="0"/>
              </a:spcAft>
              <a:defRPr/>
            </a:pPr>
            <a:fld id="{909ED34E-68CD-4CBA-8768-968FC3B27E4C}" type="slidenum">
              <a:rPr lang="en-US" sz="800">
                <a:solidFill>
                  <a:srgbClr val="404040"/>
                </a:solidFill>
                <a:latin typeface="微软雅黑" panose="020B0503020204020204" pitchFamily="34" charset="-122"/>
                <a:cs typeface="Arial" panose="020B0604020202020204" pitchFamily="34" charset="0"/>
              </a:rPr>
            </a:fld>
            <a:endParaRPr lang="en-US" sz="800">
              <a:solidFill>
                <a:srgbClr val="404040"/>
              </a:solidFill>
              <a:latin typeface="微软雅黑" panose="020B0503020204020204" pitchFamily="34" charset="-122"/>
              <a:cs typeface="Arial" panose="020B0604020202020204" pitchFamily="34" charset="0"/>
            </a:endParaRPr>
          </a:p>
        </p:txBody>
      </p:sp>
      <p:sp>
        <p:nvSpPr>
          <p:cNvPr id="9" name="文本占位符 2"/>
          <p:cNvSpPr>
            <a:spLocks noGrp="1"/>
          </p:cNvSpPr>
          <p:nvPr>
            <p:ph idx="1"/>
          </p:nvPr>
        </p:nvSpPr>
        <p:spPr>
          <a:xfrm>
            <a:off x="336139" y="1270087"/>
            <a:ext cx="8513762" cy="3346879"/>
          </a:xfrm>
          <a:prstGeom prst="rect">
            <a:avLst/>
          </a:prstGeom>
        </p:spPr>
        <p:txBody>
          <a:bodyPr rtlCol="0">
            <a:noAutofit/>
          </a:bodyPr>
          <a:lstStyle>
            <a:lvl1pPr>
              <a:defRPr kumimoji="1" lang="zh-CN" altLang="en-US" sz="1800" dirty="0" smtClean="0">
                <a:solidFill>
                  <a:schemeClr val="tx1">
                    <a:lumMod val="75000"/>
                    <a:lumOff val="25000"/>
                  </a:schemeClr>
                </a:solidFill>
              </a:defRPr>
            </a:lvl1pPr>
            <a:lvl2pPr>
              <a:defRPr kumimoji="1" lang="zh-CN" altLang="en-US" sz="1400" b="0" i="0" kern="1200" dirty="0" smtClean="0">
                <a:solidFill>
                  <a:srgbClr val="404040"/>
                </a:solidFill>
                <a:latin typeface="+mn-lt"/>
                <a:ea typeface="微软雅黑" panose="020B0503020204020204" pitchFamily="34" charset="-122"/>
                <a:cs typeface="+mn-cs"/>
              </a:defRPr>
            </a:lvl2pPr>
          </a:lstStyle>
          <a:p>
            <a:pPr lvl="0"/>
            <a:r>
              <a:rPr lang="zh-CN" altLang="en-US"/>
              <a:t>单击此处编辑母版文本样式</a:t>
            </a:r>
            <a:endParaRPr lang="zh-CN" altLang="en-US"/>
          </a:p>
          <a:p>
            <a:pPr lvl="1"/>
            <a:r>
              <a:rPr lang="zh-CN" altLang="en-US"/>
              <a:t>二级</a:t>
            </a:r>
            <a:endParaRPr lang="zh-CN" altLang="en-US"/>
          </a:p>
        </p:txBody>
      </p:sp>
      <p:sp>
        <p:nvSpPr>
          <p:cNvPr id="14" name="标题 13"/>
          <p:cNvSpPr>
            <a:spLocks noGrp="1"/>
          </p:cNvSpPr>
          <p:nvPr>
            <p:ph type="title"/>
          </p:nvPr>
        </p:nvSpPr>
        <p:spPr>
          <a:xfrm>
            <a:off x="336139" y="411142"/>
            <a:ext cx="8513762" cy="723727"/>
          </a:xfrm>
        </p:spPr>
        <p:txBody>
          <a:bodyPr rtlCol="0">
            <a:noAutofit/>
          </a:bodyPr>
          <a:lstStyle>
            <a:lvl1pPr>
              <a:defRPr lang="zh-CN" altLang="en-US" dirty="0">
                <a:solidFill>
                  <a:srgbClr val="008FD4"/>
                </a:solidFill>
              </a:defRPr>
            </a:lvl1pPr>
          </a:lstStyle>
          <a:p>
            <a:pPr lvl="0"/>
            <a:r>
              <a:rPr lang="zh-CN" altLang="en-US"/>
              <a:t>单击此处编辑母版标题样式</a:t>
            </a:r>
            <a:endParaRPr lang="zh-CN" altLang="en-US" dirty="0"/>
          </a:p>
        </p:txBody>
      </p:sp>
      <p:grpSp>
        <p:nvGrpSpPr>
          <p:cNvPr id="20" name="组合 19"/>
          <p:cNvGrpSpPr/>
          <p:nvPr userDrawn="1"/>
        </p:nvGrpSpPr>
        <p:grpSpPr>
          <a:xfrm>
            <a:off x="8179326" y="4779963"/>
            <a:ext cx="796950" cy="304800"/>
            <a:chOff x="8150751" y="6475330"/>
            <a:chExt cx="796950" cy="304800"/>
          </a:xfrm>
        </p:grpSpPr>
        <p:sp>
          <p:nvSpPr>
            <p:cNvPr id="21" name="矩形 20"/>
            <p:cNvSpPr/>
            <p:nvPr userDrawn="1"/>
          </p:nvSpPr>
          <p:spPr>
            <a:xfrm>
              <a:off x="8269283" y="6475330"/>
              <a:ext cx="581030" cy="304800"/>
            </a:xfrm>
            <a:prstGeom prst="rect">
              <a:avLst/>
            </a:prstGeom>
            <a:ln>
              <a:noFill/>
            </a:ln>
            <a:effectLst/>
          </p:spPr>
          <p:style>
            <a:lnRef idx="1">
              <a:schemeClr val="accent1"/>
            </a:lnRef>
            <a:fillRef idx="1001">
              <a:schemeClr val="lt1"/>
            </a:fillRef>
            <a:effectRef idx="2">
              <a:schemeClr val="accent1"/>
            </a:effectRef>
            <a:fontRef idx="minor">
              <a:schemeClr val="lt1"/>
            </a:fontRef>
          </p:style>
          <p:txBody>
            <a:bodyPr rtlCol="0" anchor="ctr"/>
            <a:lstStyle/>
            <a:p>
              <a:pPr algn="ctr" defTabSz="456565" fontAlgn="base">
                <a:spcBef>
                  <a:spcPct val="0"/>
                </a:spcBef>
                <a:spcAft>
                  <a:spcPct val="0"/>
                </a:spcAft>
              </a:pPr>
              <a:endParaRPr lang="zh-CN" altLang="en-US" sz="1400">
                <a:solidFill>
                  <a:prstClr val="white"/>
                </a:solidFill>
              </a:endParaRPr>
            </a:p>
          </p:txBody>
        </p:sp>
        <p:pic>
          <p:nvPicPr>
            <p:cNvPr id="22" name="图片 21" descr="ZTEsoft_Logo.png"/>
            <p:cNvPicPr>
              <a:picLocks noChangeAspect="1"/>
            </p:cNvPicPr>
            <p:nvPr userDrawn="1"/>
          </p:nvPicPr>
          <p:blipFill>
            <a:blip r:embed="rId3" cstate="print"/>
            <a:stretch>
              <a:fillRect/>
            </a:stretch>
          </p:blipFill>
          <p:spPr>
            <a:xfrm>
              <a:off x="8150751" y="6540190"/>
              <a:ext cx="796950" cy="210232"/>
            </a:xfrm>
            <a:prstGeom prst="rect">
              <a:avLst/>
            </a:prstGeom>
          </p:spPr>
        </p:pic>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80" tIns="34290" rIns="68580" bIns="34290" anchor="ctr"/>
          <a:lstStyle/>
          <a:p>
            <a:pPr algn="ctr" defTabSz="685800">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1"/>
            <a:ext cx="9144000" cy="2775347"/>
          </a:xfrm>
          <a:prstGeom prst="rect">
            <a:avLst/>
          </a:prstGeom>
          <a:noFill/>
          <a:ln>
            <a:noFill/>
          </a:ln>
        </p:spPr>
      </p:pic>
      <p:sp>
        <p:nvSpPr>
          <p:cNvPr id="2" name="Title 1"/>
          <p:cNvSpPr>
            <a:spLocks noGrp="1"/>
          </p:cNvSpPr>
          <p:nvPr>
            <p:ph type="ctrTitle"/>
          </p:nvPr>
        </p:nvSpPr>
        <p:spPr>
          <a:xfrm>
            <a:off x="587157" y="1631829"/>
            <a:ext cx="7969684" cy="1834749"/>
          </a:xfrm>
        </p:spPr>
        <p:txBody>
          <a:bodyPr anchor="ctr">
            <a:noAutofit/>
          </a:bodyPr>
          <a:lstStyle>
            <a:lvl1pPr marL="0" algn="ctr" defTabSz="685800"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58"/>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1"/>
            <a:ext cx="3701442" cy="548818"/>
          </a:xfrm>
          <a:ln>
            <a:noFill/>
          </a:ln>
        </p:spPr>
        <p:txBody>
          <a:bodyPr anchor="ctr">
            <a:noAutofit/>
          </a:bodyPr>
          <a:lstStyle>
            <a:lvl1pPr marL="0" indent="0" algn="ctr" defTabSz="685800"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0"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80" tIns="34290" rIns="68580" bIns="34290" anchor="ctr"/>
          <a:lstStyle/>
          <a:p>
            <a:pPr algn="ctr" defTabSz="685800">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1"/>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800"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AD61316-D4EC-40CD-A887-1107DFCABD60}"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_内容">
    <p:spTree>
      <p:nvGrpSpPr>
        <p:cNvPr id="1" name=""/>
        <p:cNvGrpSpPr/>
        <p:nvPr/>
      </p:nvGrpSpPr>
      <p:grpSpPr>
        <a:xfrm>
          <a:off x="0" y="0"/>
          <a:ext cx="0" cy="0"/>
          <a:chOff x="0" y="0"/>
          <a:chExt cx="0" cy="0"/>
        </a:xfrm>
      </p:grpSpPr>
      <p:sp>
        <p:nvSpPr>
          <p:cNvPr id="4" name="Rectangle 8"/>
          <p:cNvSpPr>
            <a:spLocks noChangeArrowheads="1"/>
          </p:cNvSpPr>
          <p:nvPr/>
        </p:nvSpPr>
        <p:spPr bwMode="auto">
          <a:xfrm>
            <a:off x="9236075" y="2539991"/>
            <a:ext cx="1360488" cy="1271602"/>
          </a:xfrm>
          <a:prstGeom prst="rect">
            <a:avLst/>
          </a:prstGeom>
          <a:noFill/>
          <a:ln w="9525">
            <a:noFill/>
            <a:miter lim="800000"/>
          </a:ln>
        </p:spPr>
        <p:txBody>
          <a:bodyPr lIns="93436" tIns="46722" rIns="93436" bIns="46722" anchor="b" anchorCtr="1">
            <a:spAutoFit/>
          </a:bodyPr>
          <a:lstStyle/>
          <a:p>
            <a:pPr defTabSz="934720" fontAlgn="base">
              <a:spcBef>
                <a:spcPct val="0"/>
              </a:spcBef>
              <a:spcAft>
                <a:spcPct val="0"/>
              </a:spcAft>
              <a:defRPr/>
            </a:pPr>
            <a:r>
              <a:rPr lang="en-US" sz="900" noProof="1">
                <a:solidFill>
                  <a:prstClr val="white"/>
                </a:solidFill>
                <a:latin typeface="Heiti SC Light" charset="-122"/>
                <a:ea typeface="Heiti SC Light" charset="-122"/>
                <a:cs typeface="Heiti SC Light" charset="-122"/>
              </a:rPr>
              <a:t>T</a:t>
            </a:r>
            <a:r>
              <a:rPr lang="en-US" altLang="zh-CN" sz="900" noProof="1">
                <a:solidFill>
                  <a:prstClr val="white"/>
                </a:solidFill>
                <a:latin typeface="Heiti SC Light" charset="-122"/>
                <a:ea typeface="Heiti SC Light" charset="-122"/>
                <a:cs typeface="Heiti SC Light" charset="-122"/>
              </a:rPr>
              <a: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800" noProof="1">
                <a:solidFill>
                  <a:prstClr val="white"/>
                </a:solidFill>
                <a:latin typeface="Heiti SC Light" charset="-122"/>
                <a:ea typeface="Heiti SC Light" charset="-122"/>
                <a:cs typeface="Heiti SC Light" charset="-122"/>
              </a:rPr>
              <a:t>Type</a:t>
            </a:r>
            <a:r>
              <a:rPr lang="en-US" altLang="ja-JP" sz="800" noProof="1">
                <a:solidFill>
                  <a:prstClr val="white"/>
                </a:solidFill>
                <a:latin typeface="Heiti SC Light" charset="-122"/>
                <a:ea typeface="Heiti SC Light" charset="-122"/>
                <a:cs typeface="Heiti SC Light" charset="-122"/>
              </a:rPr>
              <a:t>: </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24-</a:t>
            </a:r>
            <a:r>
              <a:rPr lang="en-US" altLang="zh-CN" sz="800" noProof="1">
                <a:solidFill>
                  <a:prstClr val="white"/>
                </a:solidFill>
                <a:latin typeface="Heiti SC Light" charset="-122"/>
                <a:ea typeface="Heiti SC Light" charset="-122"/>
                <a:cs typeface="Heiti SC Light" charset="-122"/>
              </a:rPr>
              <a:t>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a:t>
            </a:r>
            <a:r>
              <a:rPr lang="en-US" altLang="zh-CN" sz="800" noProof="1">
                <a:solidFill>
                  <a:prstClr val="white"/>
                </a:solidFill>
                <a:latin typeface="Heiti SC Light" charset="-122"/>
                <a:ea typeface="Heiti SC Light" charset="-122"/>
                <a:cs typeface="Heiti SC Light" charset="-122"/>
              </a:rPr>
              <a:t>olor</a:t>
            </a: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he ZTE blue</a:t>
            </a:r>
            <a:r>
              <a:rPr lang="en-US" altLang="ja-JP" sz="800" noProof="1">
                <a:solidFill>
                  <a:prstClr val="white"/>
                </a:solidFill>
                <a:latin typeface="Heiti SC Light" charset="-122"/>
                <a:ea typeface="Heiti SC Light" charset="-122"/>
                <a:cs typeface="Heiti SC Light" charset="-122"/>
              </a:rPr>
              <a:t> </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endParaRPr lang="en-US" altLang="zh-CN"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altLang="zh-CN" sz="900" noProof="1">
                <a:solidFill>
                  <a:prstClr val="white"/>
                </a:solidFill>
                <a:latin typeface="Heiti SC Light" charset="-122"/>
                <a:ea typeface="Heiti SC Light" charset="-122"/>
                <a:cs typeface="Heiti SC Light" charset="-122"/>
              </a:rPr>
              <a:t>Subtitle:</a:t>
            </a:r>
            <a:endParaRPr lang="en-US" altLang="ja-JP" sz="9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T</a:t>
            </a:r>
            <a:r>
              <a:rPr lang="en-US" altLang="zh-CN" sz="800" noProof="1">
                <a:solidFill>
                  <a:prstClr val="white"/>
                </a:solidFill>
                <a:latin typeface="Heiti SC Light" charset="-122"/>
                <a:ea typeface="Heiti SC Light" charset="-122"/>
                <a:cs typeface="Heiti SC Light" charset="-122"/>
              </a:rPr>
              <a:t>ype</a:t>
            </a:r>
            <a:r>
              <a:rPr lang="zh-CN" altLang="en-US" sz="800" noProof="1">
                <a:solidFill>
                  <a:prstClr val="white"/>
                </a:solidFill>
                <a:latin typeface="Heiti SC Light" charset="-122"/>
                <a:ea typeface="Heiti SC Light" charset="-122"/>
                <a:cs typeface="Heiti SC Light" charset="-122"/>
              </a:rPr>
              <a:t>：微软雅黑</a:t>
            </a:r>
            <a:endParaRPr lang="zh-CN" altLang="zh-CN"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S</a:t>
            </a:r>
            <a:r>
              <a:rPr lang="en-US" altLang="zh-CN" sz="800" noProof="1">
                <a:solidFill>
                  <a:prstClr val="white"/>
                </a:solidFill>
                <a:latin typeface="Heiti SC Light" charset="-122"/>
                <a:ea typeface="Heiti SC Light" charset="-122"/>
                <a:cs typeface="Heiti SC Light" charset="-122"/>
              </a:rPr>
              <a:t>ize</a:t>
            </a:r>
            <a:r>
              <a:rPr lang="en-US" sz="800" noProof="1">
                <a:solidFill>
                  <a:prstClr val="white"/>
                </a:solidFill>
                <a:latin typeface="Heiti SC Light" charset="-122"/>
                <a:ea typeface="Heiti SC Light" charset="-122"/>
                <a:cs typeface="Heiti SC Light" charset="-122"/>
              </a:rPr>
              <a:t>：</a:t>
            </a:r>
            <a:r>
              <a:rPr lang="en-US" altLang="ja-JP" sz="800" noProof="1">
                <a:solidFill>
                  <a:prstClr val="white"/>
                </a:solidFill>
                <a:latin typeface="Heiti SC Light" charset="-122"/>
                <a:ea typeface="Heiti SC Light" charset="-122"/>
                <a:cs typeface="Heiti SC Light" charset="-122"/>
              </a:rPr>
              <a:t>18pt</a:t>
            </a:r>
            <a:endParaRPr lang="en-US" altLang="ja-JP" sz="800" noProof="1">
              <a:solidFill>
                <a:prstClr val="white"/>
              </a:solidFill>
              <a:latin typeface="Heiti SC Light" charset="-122"/>
              <a:ea typeface="Heiti SC Light" charset="-122"/>
              <a:cs typeface="Heiti SC Light" charset="-122"/>
            </a:endParaRPr>
          </a:p>
          <a:p>
            <a:pPr defTabSz="934720" fontAlgn="base">
              <a:spcBef>
                <a:spcPct val="0"/>
              </a:spcBef>
              <a:spcAft>
                <a:spcPct val="0"/>
              </a:spcAft>
              <a:defRPr/>
            </a:pPr>
            <a:r>
              <a:rPr lang="en-US" sz="800" noProof="1">
                <a:solidFill>
                  <a:prstClr val="white"/>
                </a:solidFill>
                <a:latin typeface="Heiti SC Light" charset="-122"/>
                <a:ea typeface="Heiti SC Light" charset="-122"/>
                <a:cs typeface="Heiti SC Light" charset="-122"/>
              </a:rPr>
              <a:t>Color: The </a:t>
            </a:r>
            <a:r>
              <a:rPr lang="en-US" altLang="zh-CN" sz="800" noProof="1">
                <a:solidFill>
                  <a:prstClr val="white"/>
                </a:solidFill>
                <a:latin typeface="Heiti SC Light" charset="-122"/>
                <a:ea typeface="Heiti SC Light" charset="-122"/>
                <a:cs typeface="Heiti SC Light" charset="-122"/>
              </a:rPr>
              <a:t>ZTE green</a:t>
            </a:r>
            <a:endParaRPr lang="en-US" altLang="ja-JP" sz="800" noProof="1">
              <a:solidFill>
                <a:prstClr val="white"/>
              </a:solidFill>
              <a:latin typeface="Heiti SC Light" charset="-122"/>
              <a:ea typeface="Heiti SC Light" charset="-122"/>
              <a:cs typeface="Heiti SC Light" charset="-122"/>
            </a:endParaRPr>
          </a:p>
        </p:txBody>
      </p:sp>
      <p:grpSp>
        <p:nvGrpSpPr>
          <p:cNvPr id="5" name="组 5"/>
          <p:cNvGrpSpPr/>
          <p:nvPr/>
        </p:nvGrpSpPr>
        <p:grpSpPr bwMode="auto">
          <a:xfrm>
            <a:off x="9364664" y="3851276"/>
            <a:ext cx="1392237" cy="989013"/>
            <a:chOff x="9286278" y="1725515"/>
            <a:chExt cx="1392554" cy="989008"/>
          </a:xfrm>
        </p:grpSpPr>
        <p:grpSp>
          <p:nvGrpSpPr>
            <p:cNvPr id="6" name="组 6"/>
            <p:cNvGrpSpPr/>
            <p:nvPr/>
          </p:nvGrpSpPr>
          <p:grpSpPr bwMode="auto">
            <a:xfrm>
              <a:off x="9286278" y="1725515"/>
              <a:ext cx="935250" cy="253999"/>
              <a:chOff x="9286278" y="1725515"/>
              <a:chExt cx="935250" cy="253999"/>
            </a:xfrm>
          </p:grpSpPr>
          <p:sp>
            <p:nvSpPr>
              <p:cNvPr id="13" name="矩形 18"/>
              <p:cNvSpPr/>
              <p:nvPr/>
            </p:nvSpPr>
            <p:spPr>
              <a:xfrm>
                <a:off x="9286278" y="1725515"/>
                <a:ext cx="254058" cy="253999"/>
              </a:xfrm>
              <a:prstGeom prst="rect">
                <a:avLst/>
              </a:prstGeom>
              <a:solidFill>
                <a:srgbClr val="008FD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5" name="文本框 19"/>
              <p:cNvSpPr txBox="1">
                <a:spLocks noChangeArrowheads="1"/>
              </p:cNvSpPr>
              <p:nvPr/>
            </p:nvSpPr>
            <p:spPr bwMode="auto">
              <a:xfrm>
                <a:off x="9503815" y="1757265"/>
                <a:ext cx="717713"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G143, B212</a:t>
                </a:r>
                <a:endParaRPr kumimoji="1" lang="zh-CN" altLang="en-US" sz="700" i="1">
                  <a:solidFill>
                    <a:prstClr val="white"/>
                  </a:solidFill>
                  <a:latin typeface="Times" panose="00000500000000020000" pitchFamily="18" charset="0"/>
                  <a:cs typeface="Times" panose="00000500000000020000" pitchFamily="18" charset="0"/>
                </a:endParaRPr>
              </a:p>
            </p:txBody>
          </p:sp>
        </p:grpSp>
        <p:grpSp>
          <p:nvGrpSpPr>
            <p:cNvPr id="7" name="组 9"/>
            <p:cNvGrpSpPr/>
            <p:nvPr/>
          </p:nvGrpSpPr>
          <p:grpSpPr bwMode="auto">
            <a:xfrm>
              <a:off x="9286278" y="2098576"/>
              <a:ext cx="1198835" cy="253999"/>
              <a:chOff x="9286278" y="2098576"/>
              <a:chExt cx="1198835" cy="253999"/>
            </a:xfrm>
          </p:grpSpPr>
          <p:sp>
            <p:nvSpPr>
              <p:cNvPr id="11" name="矩形 14"/>
              <p:cNvSpPr/>
              <p:nvPr/>
            </p:nvSpPr>
            <p:spPr>
              <a:xfrm>
                <a:off x="9286278" y="2098576"/>
                <a:ext cx="254058" cy="253999"/>
              </a:xfrm>
              <a:prstGeom prst="rect">
                <a:avLst/>
              </a:prstGeom>
              <a:solidFill>
                <a:srgbClr val="8CC6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2" name="文本框 15"/>
              <p:cNvSpPr txBox="1">
                <a:spLocks noChangeArrowheads="1"/>
              </p:cNvSpPr>
              <p:nvPr/>
            </p:nvSpPr>
            <p:spPr bwMode="auto">
              <a:xfrm>
                <a:off x="9503815" y="2130326"/>
                <a:ext cx="981298"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R140,G198, B62</a:t>
                </a:r>
                <a:endParaRPr kumimoji="1" lang="zh-CN" altLang="en-US" sz="700" i="1">
                  <a:solidFill>
                    <a:prstClr val="white"/>
                  </a:solidFill>
                  <a:latin typeface="Times" panose="00000500000000020000" pitchFamily="18" charset="0"/>
                  <a:cs typeface="Times" panose="00000500000000020000" pitchFamily="18" charset="0"/>
                </a:endParaRPr>
              </a:p>
            </p:txBody>
          </p:sp>
        </p:grpSp>
        <p:sp>
          <p:nvSpPr>
            <p:cNvPr id="8" name="矩形 10"/>
            <p:cNvSpPr/>
            <p:nvPr/>
          </p:nvSpPr>
          <p:spPr>
            <a:xfrm>
              <a:off x="9286278" y="2460524"/>
              <a:ext cx="254058" cy="253999"/>
            </a:xfrm>
            <a:prstGeom prst="rect">
              <a:avLst/>
            </a:prstGeom>
            <a:solidFill>
              <a:srgbClr val="5ACB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565">
                <a:defRPr/>
              </a:pPr>
              <a:endParaRPr kumimoji="1" lang="zh-CN" altLang="en-US" sz="1400">
                <a:solidFill>
                  <a:prstClr val="white"/>
                </a:solidFill>
              </a:endParaRPr>
            </a:p>
          </p:txBody>
        </p:sp>
        <p:sp>
          <p:nvSpPr>
            <p:cNvPr id="10" name="文本框 12"/>
            <p:cNvSpPr txBox="1">
              <a:spLocks noChangeArrowheads="1"/>
            </p:cNvSpPr>
            <p:nvPr/>
          </p:nvSpPr>
          <p:spPr bwMode="auto">
            <a:xfrm>
              <a:off x="9503815" y="2490686"/>
              <a:ext cx="1175017" cy="200054"/>
            </a:xfrm>
            <a:prstGeom prst="rect">
              <a:avLst/>
            </a:prstGeom>
            <a:noFill/>
            <a:ln w="9525">
              <a:noFill/>
              <a:miter lim="800000"/>
            </a:ln>
          </p:spPr>
          <p:txBody>
            <a:bodyPr>
              <a:spAutoFit/>
            </a:bodyPr>
            <a:lstStyle/>
            <a:p>
              <a:pPr defTabSz="456565" fontAlgn="base">
                <a:spcBef>
                  <a:spcPct val="0"/>
                </a:spcBef>
                <a:spcAft>
                  <a:spcPct val="0"/>
                </a:spcAft>
                <a:defRPr/>
              </a:pPr>
              <a:r>
                <a:rPr kumimoji="1" lang="en-US" altLang="zh-CN" sz="700" i="1">
                  <a:solidFill>
                    <a:prstClr val="white"/>
                  </a:solidFill>
                  <a:latin typeface="Times" panose="00000500000000020000" pitchFamily="18" charset="0"/>
                  <a:cs typeface="Times" panose="00000500000000020000" pitchFamily="18" charset="0"/>
                </a:rPr>
                <a:t>R90,G203, B245</a:t>
              </a:r>
              <a:endParaRPr kumimoji="1" lang="zh-CN" altLang="en-US" sz="700" i="1">
                <a:solidFill>
                  <a:prstClr val="white"/>
                </a:solidFill>
                <a:latin typeface="Times" panose="00000500000000020000" pitchFamily="18" charset="0"/>
                <a:cs typeface="Times" panose="00000500000000020000" pitchFamily="18" charset="0"/>
              </a:endParaRPr>
            </a:p>
          </p:txBody>
        </p:sp>
      </p:grpSp>
      <p:pic>
        <p:nvPicPr>
          <p:cNvPr id="16" name="Picture 15" descr="ZTE_ppt_design_0202-06.jpg"/>
          <p:cNvPicPr>
            <a:picLocks noChangeAspect="1"/>
          </p:cNvPicPr>
          <p:nvPr/>
        </p:nvPicPr>
        <p:blipFill>
          <a:blip r:embed="rId2"/>
          <a:srcRect/>
          <a:stretch>
            <a:fillRect/>
          </a:stretch>
        </p:blipFill>
        <p:spPr bwMode="auto">
          <a:xfrm>
            <a:off x="0" y="4779966"/>
            <a:ext cx="9144000" cy="387350"/>
          </a:xfrm>
          <a:prstGeom prst="rect">
            <a:avLst/>
          </a:prstGeom>
          <a:noFill/>
          <a:ln w="9525">
            <a:noFill/>
            <a:miter lim="800000"/>
            <a:headEnd/>
            <a:tailEnd/>
          </a:ln>
        </p:spPr>
      </p:pic>
      <p:sp>
        <p:nvSpPr>
          <p:cNvPr id="17" name="TextBox 16"/>
          <p:cNvSpPr txBox="1">
            <a:spLocks noChangeArrowheads="1"/>
          </p:cNvSpPr>
          <p:nvPr/>
        </p:nvSpPr>
        <p:spPr bwMode="auto">
          <a:xfrm>
            <a:off x="4271963" y="4914902"/>
            <a:ext cx="2190750" cy="169863"/>
          </a:xfrm>
          <a:prstGeom prst="rect">
            <a:avLst/>
          </a:prstGeom>
          <a:noFill/>
          <a:ln w="9525">
            <a:noFill/>
            <a:miter lim="800000"/>
          </a:ln>
        </p:spPr>
        <p:txBody>
          <a:bodyPr lIns="0" tIns="0" rIns="0" bIns="0"/>
          <a:lstStyle/>
          <a:p>
            <a:pPr defTabSz="456565" fontAlgn="base">
              <a:spcBef>
                <a:spcPct val="0"/>
              </a:spcBef>
              <a:spcAft>
                <a:spcPct val="0"/>
              </a:spcAft>
              <a:defRPr/>
            </a:pP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ZTEsoft</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Technology </a:t>
            </a:r>
            <a:r>
              <a:rPr kumimoji="1" lang="en-US" sz="600" dirty="0" err="1">
                <a:solidFill>
                  <a:srgbClr val="7F7F7F"/>
                </a:solidFill>
                <a:latin typeface="Arial" panose="020B0604020202020204" pitchFamily="34" charset="0"/>
                <a:ea typeface="宋体" panose="02010600030101010101" pitchFamily="2" charset="-122"/>
                <a:cs typeface="Arial" panose="020B0604020202020204" pitchFamily="34" charset="0"/>
              </a:rPr>
              <a:t>Co.,Ltd</a:t>
            </a:r>
            <a:r>
              <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rPr>
              <a:t>. All rights reserved</a:t>
            </a:r>
            <a:endParaRPr kumimoji="1" lang="en-US" sz="600" dirty="0">
              <a:solidFill>
                <a:srgbClr val="7F7F7F"/>
              </a:solidFill>
              <a:latin typeface="Arial" panose="020B0604020202020204" pitchFamily="34" charset="0"/>
              <a:ea typeface="宋体" panose="02010600030101010101" pitchFamily="2" charset="-122"/>
              <a:cs typeface="Arial" panose="020B0604020202020204" pitchFamily="34" charset="0"/>
            </a:endParaRPr>
          </a:p>
        </p:txBody>
      </p:sp>
      <p:sp>
        <p:nvSpPr>
          <p:cNvPr id="18" name="Slide Number Placeholder 5"/>
          <p:cNvSpPr>
            <a:spLocks noGrp="1"/>
          </p:cNvSpPr>
          <p:nvPr/>
        </p:nvSpPr>
        <p:spPr bwMode="auto">
          <a:xfrm>
            <a:off x="238125" y="4849818"/>
            <a:ext cx="419100" cy="365125"/>
          </a:xfrm>
          <a:prstGeom prst="rect">
            <a:avLst/>
          </a:prstGeom>
          <a:noFill/>
          <a:ln w="9525">
            <a:noFill/>
            <a:miter lim="800000"/>
          </a:ln>
        </p:spPr>
        <p:txBody>
          <a:bodyPr lIns="91434" tIns="45717" rIns="91434" bIns="45717" anchor="ctr"/>
          <a:lstStyle/>
          <a:p>
            <a:pPr defTabSz="456565" fontAlgn="base">
              <a:spcBef>
                <a:spcPct val="0"/>
              </a:spcBef>
              <a:spcAft>
                <a:spcPct val="0"/>
              </a:spcAft>
              <a:defRPr/>
            </a:pPr>
            <a:fld id="{909ED34E-68CD-4CBA-8768-968FC3B27E4C}" type="slidenum">
              <a:rPr lang="en-US" sz="800">
                <a:solidFill>
                  <a:srgbClr val="404040"/>
                </a:solidFill>
                <a:latin typeface="微软雅黑" panose="020B0503020204020204" pitchFamily="34" charset="-122"/>
                <a:cs typeface="Arial" panose="020B0604020202020204" pitchFamily="34" charset="0"/>
              </a:rPr>
            </a:fld>
            <a:endParaRPr lang="en-US" sz="800">
              <a:solidFill>
                <a:srgbClr val="404040"/>
              </a:solidFill>
              <a:latin typeface="微软雅黑" panose="020B0503020204020204" pitchFamily="34" charset="-122"/>
              <a:cs typeface="Arial" panose="020B0604020202020204" pitchFamily="34" charset="0"/>
            </a:endParaRPr>
          </a:p>
        </p:txBody>
      </p:sp>
      <p:sp>
        <p:nvSpPr>
          <p:cNvPr id="9" name="文本占位符 2"/>
          <p:cNvSpPr>
            <a:spLocks noGrp="1"/>
          </p:cNvSpPr>
          <p:nvPr>
            <p:ph idx="1"/>
          </p:nvPr>
        </p:nvSpPr>
        <p:spPr>
          <a:xfrm>
            <a:off x="336138" y="1270080"/>
            <a:ext cx="8513762" cy="3346879"/>
          </a:xfrm>
          <a:prstGeom prst="rect">
            <a:avLst/>
          </a:prstGeom>
        </p:spPr>
        <p:txBody>
          <a:bodyPr rtlCol="0">
            <a:noAutofit/>
          </a:bodyPr>
          <a:lstStyle>
            <a:lvl1pPr>
              <a:defRPr kumimoji="1" lang="zh-CN" altLang="en-US" sz="1800" dirty="0" smtClean="0">
                <a:solidFill>
                  <a:schemeClr val="tx1">
                    <a:lumMod val="75000"/>
                    <a:lumOff val="25000"/>
                  </a:schemeClr>
                </a:solidFill>
              </a:defRPr>
            </a:lvl1pPr>
            <a:lvl2pPr>
              <a:defRPr kumimoji="1" lang="zh-CN" altLang="en-US" sz="1400" b="0" i="0" kern="1200" dirty="0" smtClean="0">
                <a:solidFill>
                  <a:srgbClr val="404040"/>
                </a:solidFill>
                <a:latin typeface="+mn-lt"/>
                <a:ea typeface="微软雅黑" panose="020B0503020204020204" pitchFamily="34" charset="-122"/>
                <a:cs typeface="+mn-cs"/>
              </a:defRPr>
            </a:lvl2pPr>
          </a:lstStyle>
          <a:p>
            <a:pPr lvl="0"/>
            <a:r>
              <a:rPr lang="zh-CN" altLang="en-US"/>
              <a:t>单击此处编辑母版文本样式</a:t>
            </a:r>
            <a:endParaRPr lang="zh-CN" altLang="en-US"/>
          </a:p>
          <a:p>
            <a:pPr lvl="1"/>
            <a:r>
              <a:rPr lang="zh-CN" altLang="en-US"/>
              <a:t>二级</a:t>
            </a:r>
            <a:endParaRPr lang="zh-CN" altLang="en-US"/>
          </a:p>
        </p:txBody>
      </p:sp>
      <p:sp>
        <p:nvSpPr>
          <p:cNvPr id="14" name="标题 13"/>
          <p:cNvSpPr>
            <a:spLocks noGrp="1"/>
          </p:cNvSpPr>
          <p:nvPr>
            <p:ph type="title"/>
          </p:nvPr>
        </p:nvSpPr>
        <p:spPr>
          <a:xfrm>
            <a:off x="336138" y="411135"/>
            <a:ext cx="8513762" cy="723727"/>
          </a:xfrm>
        </p:spPr>
        <p:txBody>
          <a:bodyPr rtlCol="0">
            <a:noAutofit/>
          </a:bodyPr>
          <a:lstStyle>
            <a:lvl1pPr>
              <a:defRPr lang="zh-CN" altLang="en-US" dirty="0">
                <a:solidFill>
                  <a:srgbClr val="008FD4"/>
                </a:solidFill>
              </a:defRPr>
            </a:lvl1pPr>
          </a:lstStyle>
          <a:p>
            <a:pPr lvl="0"/>
            <a:r>
              <a:rPr lang="zh-CN" altLang="en-US"/>
              <a:t>单击此处编辑母版标题样式</a:t>
            </a:r>
            <a:endParaRPr lang="zh-CN" altLang="en-US" dirty="0"/>
          </a:p>
        </p:txBody>
      </p:sp>
      <p:grpSp>
        <p:nvGrpSpPr>
          <p:cNvPr id="20" name="组合 19"/>
          <p:cNvGrpSpPr/>
          <p:nvPr userDrawn="1"/>
        </p:nvGrpSpPr>
        <p:grpSpPr>
          <a:xfrm>
            <a:off x="8179326" y="4779963"/>
            <a:ext cx="796950" cy="304800"/>
            <a:chOff x="8150751" y="6475330"/>
            <a:chExt cx="796950" cy="304800"/>
          </a:xfrm>
        </p:grpSpPr>
        <p:sp>
          <p:nvSpPr>
            <p:cNvPr id="21" name="矩形 20"/>
            <p:cNvSpPr/>
            <p:nvPr userDrawn="1"/>
          </p:nvSpPr>
          <p:spPr>
            <a:xfrm>
              <a:off x="8269283" y="6475330"/>
              <a:ext cx="581030" cy="304800"/>
            </a:xfrm>
            <a:prstGeom prst="rect">
              <a:avLst/>
            </a:prstGeom>
            <a:ln>
              <a:noFill/>
            </a:ln>
            <a:effectLst/>
          </p:spPr>
          <p:style>
            <a:lnRef idx="1">
              <a:schemeClr val="accent1"/>
            </a:lnRef>
            <a:fillRef idx="1001">
              <a:schemeClr val="lt1"/>
            </a:fillRef>
            <a:effectRef idx="2">
              <a:schemeClr val="accent1"/>
            </a:effectRef>
            <a:fontRef idx="minor">
              <a:schemeClr val="lt1"/>
            </a:fontRef>
          </p:style>
          <p:txBody>
            <a:bodyPr rtlCol="0" anchor="ctr"/>
            <a:lstStyle/>
            <a:p>
              <a:pPr algn="ctr" defTabSz="456565" fontAlgn="base">
                <a:spcBef>
                  <a:spcPct val="0"/>
                </a:spcBef>
                <a:spcAft>
                  <a:spcPct val="0"/>
                </a:spcAft>
              </a:pPr>
              <a:endParaRPr lang="zh-CN" altLang="en-US" sz="1400">
                <a:solidFill>
                  <a:prstClr val="white"/>
                </a:solidFill>
              </a:endParaRPr>
            </a:p>
          </p:txBody>
        </p:sp>
        <p:pic>
          <p:nvPicPr>
            <p:cNvPr id="22" name="图片 21" descr="ZTEsoft_Logo.png"/>
            <p:cNvPicPr>
              <a:picLocks noChangeAspect="1"/>
            </p:cNvPicPr>
            <p:nvPr userDrawn="1"/>
          </p:nvPicPr>
          <p:blipFill>
            <a:blip r:embed="rId3" cstate="print"/>
            <a:stretch>
              <a:fillRect/>
            </a:stretch>
          </p:blipFill>
          <p:spPr>
            <a:xfrm>
              <a:off x="8150751" y="6540190"/>
              <a:ext cx="796950" cy="210232"/>
            </a:xfrm>
            <a:prstGeom prst="rect">
              <a:avLst/>
            </a:prstGeom>
          </p:spPr>
        </p:pic>
      </p:gr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68"/>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0965" indent="0" algn="ctr">
              <a:buNone/>
              <a:defRPr sz="1200"/>
            </a:lvl5pPr>
            <a:lvl6pPr marL="1713865"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3"/>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6"/>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3" y="107951"/>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924" y="4840288"/>
            <a:ext cx="395287" cy="215900"/>
          </a:xfrm>
        </p:spPr>
        <p:txBody>
          <a:bodyPr/>
          <a:lstStyle>
            <a:lvl1pPr>
              <a:defRPr/>
            </a:lvl1pPr>
          </a:lstStyle>
          <a:p>
            <a:fld id="{B58EA4E9-4F6C-46AA-8C96-30B129B5F8C6}"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9" tIns="34289" rIns="68579"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2"/>
            <a:ext cx="9144000" cy="2775347"/>
          </a:xfrm>
          <a:prstGeom prst="rect">
            <a:avLst/>
          </a:prstGeom>
          <a:noFill/>
          <a:ln>
            <a:noFill/>
          </a:ln>
        </p:spPr>
      </p:pic>
      <p:sp>
        <p:nvSpPr>
          <p:cNvPr id="2" name="Title 1"/>
          <p:cNvSpPr>
            <a:spLocks noGrp="1"/>
          </p:cNvSpPr>
          <p:nvPr>
            <p:ph type="ctrTitle"/>
          </p:nvPr>
        </p:nvSpPr>
        <p:spPr>
          <a:xfrm>
            <a:off x="587157" y="1631830"/>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8" y="3929659"/>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2"/>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1" y="806824"/>
            <a:ext cx="8656719" cy="4001840"/>
          </a:xfrm>
          <a:prstGeom prst="rect">
            <a:avLst/>
          </a:prstGeom>
          <a:ln>
            <a:solidFill>
              <a:srgbClr val="C00000"/>
            </a:solid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79" tIns="34289" rIns="68579"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12"/>
            <a:ext cx="9144000" cy="2775347"/>
          </a:xfrm>
          <a:prstGeom prst="rect">
            <a:avLst/>
          </a:prstGeom>
          <a:noFill/>
          <a:ln>
            <a:noFill/>
          </a:ln>
        </p:spPr>
      </p:pic>
      <p:sp>
        <p:nvSpPr>
          <p:cNvPr id="2" name="Title 1"/>
          <p:cNvSpPr>
            <a:spLocks noGrp="1"/>
          </p:cNvSpPr>
          <p:nvPr>
            <p:ph type="ctrTitle"/>
          </p:nvPr>
        </p:nvSpPr>
        <p:spPr>
          <a:xfrm>
            <a:off x="685800" y="1722417"/>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3" y="107951"/>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915" y="4840288"/>
            <a:ext cx="395287" cy="215900"/>
          </a:xfrm>
        </p:spPr>
        <p:txBody>
          <a:bodyPr/>
          <a:lstStyle>
            <a:lvl1pPr>
              <a:defRPr/>
            </a:lvl1pPr>
          </a:lstStyle>
          <a:p>
            <a:fld id="{B58EA4E9-4F6C-46AA-8C96-30B129B5F8C6}" type="slidenum">
              <a:rPr lang="zh-CN" altLang="en-US">
                <a:solidFill>
                  <a:prstClr val="black"/>
                </a:solidFill>
                <a:effectLst>
                  <a:outerShdw blurRad="38100" dist="19050" dir="2700000" algn="tl" rotWithShape="0">
                    <a:prstClr val="black">
                      <a:alpha val="40000"/>
                    </a:prstClr>
                  </a:outerShdw>
                </a:effectLst>
              </a:rPr>
            </a:fld>
            <a:endParaRPr lang="en-US" altLang="zh-CN" sz="12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black"/>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21"/>
            <a:ext cx="9144000" cy="2775347"/>
          </a:xfrm>
          <a:prstGeom prst="rect">
            <a:avLst/>
          </a:prstGeom>
          <a:noFill/>
          <a:ln>
            <a:noFill/>
          </a:ln>
        </p:spPr>
      </p:pic>
      <p:sp>
        <p:nvSpPr>
          <p:cNvPr id="2" name="Title 1"/>
          <p:cNvSpPr>
            <a:spLocks noGrp="1"/>
          </p:cNvSpPr>
          <p:nvPr>
            <p:ph type="ctrTitle"/>
          </p:nvPr>
        </p:nvSpPr>
        <p:spPr>
          <a:xfrm>
            <a:off x="587157" y="1631831"/>
            <a:ext cx="7969684" cy="1834749"/>
          </a:xfrm>
        </p:spPr>
        <p:txBody>
          <a:bodyPr anchor="ctr">
            <a:noAutofit/>
          </a:bodyPr>
          <a:lstStyle>
            <a:lvl1pPr marL="0" algn="ctr" defTabSz="685165" rtl="0" eaLnBrk="1" fontAlgn="base" latinLnBrk="0" hangingPunct="1">
              <a:lnSpc>
                <a:spcPct val="120000"/>
              </a:lnSpc>
              <a:spcBef>
                <a:spcPct val="0"/>
              </a:spcBef>
              <a:spcAft>
                <a:spcPct val="0"/>
              </a:spcAft>
              <a:defRPr lang="en-US" sz="3600" b="1" kern="1200" spc="225" dirty="0">
                <a:solidFill>
                  <a:schemeClr val="bg1"/>
                </a:solidFill>
                <a:effectLst/>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4689" y="3929671"/>
            <a:ext cx="6134622" cy="547033"/>
          </a:xfrm>
          <a:ln>
            <a:noFill/>
          </a:ln>
        </p:spPr>
        <p:txBody>
          <a:bodyPr anchor="ctr">
            <a:normAutofit/>
          </a:bodyPr>
          <a:lstStyle>
            <a:lvl1pPr marL="0" indent="0" algn="ctr">
              <a:lnSpc>
                <a:spcPct val="120000"/>
              </a:lnSpc>
              <a:buNone/>
              <a:defRPr lang="zh-CN" altLang="en-US" sz="1800" b="1" kern="1200" spc="225" dirty="0" smtClean="0">
                <a:solidFill>
                  <a:schemeClr val="tx1"/>
                </a:solidFill>
                <a:latin typeface="微软雅黑" panose="020B0503020204020204" pitchFamily="34" charset="-122"/>
                <a:ea typeface="微软雅黑" panose="020B0503020204020204" pitchFamily="34" charset="-122"/>
                <a:cs typeface="+mn-cs"/>
              </a:defRPr>
            </a:lvl1pPr>
            <a:lvl2pPr marL="342900" indent="0" algn="ctr">
              <a:buNone/>
              <a:defRPr sz="1500"/>
            </a:lvl2pPr>
            <a:lvl3pPr marL="685800" indent="0" algn="ctr">
              <a:buNone/>
              <a:defRPr sz="1400"/>
            </a:lvl3pPr>
            <a:lvl4pPr marL="1028700" indent="0" algn="ctr">
              <a:buNone/>
              <a:defRPr sz="1200"/>
            </a:lvl4pPr>
            <a:lvl5pPr marL="1370965" indent="0" algn="ctr">
              <a:buNone/>
              <a:defRPr sz="1200"/>
            </a:lvl5pPr>
            <a:lvl6pPr marL="1713865" indent="0" algn="ctr">
              <a:buNone/>
              <a:defRPr sz="1200"/>
            </a:lvl6pPr>
            <a:lvl7pPr marL="2056765" indent="0" algn="ctr">
              <a:buNone/>
              <a:defRPr sz="1200"/>
            </a:lvl7pPr>
            <a:lvl8pPr marL="2399665" indent="0" algn="ctr">
              <a:buNone/>
              <a:defRPr sz="1200"/>
            </a:lvl8pPr>
            <a:lvl9pPr marL="2742565" indent="0" algn="ctr">
              <a:buNone/>
              <a:defRPr sz="1200"/>
            </a:lvl9pPr>
          </a:lstStyle>
          <a:p>
            <a:r>
              <a:rPr lang="zh-CN" altLang="en-US"/>
              <a:t>单击此处编辑母版副标题样式</a:t>
            </a:r>
            <a:endParaRPr lang="en-US" dirty="0"/>
          </a:p>
        </p:txBody>
      </p:sp>
      <p:sp>
        <p:nvSpPr>
          <p:cNvPr id="5" name="文本占位符 4"/>
          <p:cNvSpPr>
            <a:spLocks noGrp="1"/>
          </p:cNvSpPr>
          <p:nvPr>
            <p:ph type="body" sz="quarter" idx="15"/>
          </p:nvPr>
        </p:nvSpPr>
        <p:spPr>
          <a:xfrm>
            <a:off x="2721278" y="4476696"/>
            <a:ext cx="3701442" cy="548818"/>
          </a:xfrm>
          <a:ln>
            <a:noFill/>
          </a:ln>
        </p:spPr>
        <p:txBody>
          <a:bodyPr anchor="ctr">
            <a:noAutofit/>
          </a:bodyPr>
          <a:lstStyle>
            <a:lvl1pPr marL="0" indent="0" algn="ctr" defTabSz="685165" rtl="0" eaLnBrk="1" latinLnBrk="0" hangingPunct="1">
              <a:lnSpc>
                <a:spcPct val="120000"/>
              </a:lnSpc>
              <a:spcBef>
                <a:spcPts val="750"/>
              </a:spcBef>
              <a:buFont typeface="Arial" panose="020B0604020202020204" pitchFamily="34" charset="0"/>
              <a:buNone/>
              <a:defRPr lang="zh-CN" altLang="en-US" sz="1500" kern="1200" spc="225"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a:t>单击此处编辑母版文本样式</a:t>
            </a:r>
            <a:endParaRPr lang="zh-CN" altLang="en-US"/>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一栏内容">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4" name="标题 3"/>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4" y="806824"/>
            <a:ext cx="8656719" cy="4001840"/>
          </a:xfrm>
          <a:prstGeom prst="rect">
            <a:avLst/>
          </a:prstGeom>
          <a:ln>
            <a:no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灯片编号占位符 5"/>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4" name="矩形 3"/>
          <p:cNvSpPr/>
          <p:nvPr/>
        </p:nvSpPr>
        <p:spPr>
          <a:xfrm>
            <a:off x="0" y="0"/>
            <a:ext cx="9144000" cy="8435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5" name="矩形 4"/>
          <p:cNvSpPr/>
          <p:nvPr/>
        </p:nvSpPr>
        <p:spPr>
          <a:xfrm>
            <a:off x="0" y="0"/>
            <a:ext cx="212372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2" name="TextBox 11"/>
          <p:cNvSpPr txBox="1"/>
          <p:nvPr/>
        </p:nvSpPr>
        <p:spPr>
          <a:xfrm>
            <a:off x="380922" y="303500"/>
            <a:ext cx="1418147" cy="392415"/>
          </a:xfrm>
          <a:prstGeom prst="rect">
            <a:avLst/>
          </a:prstGeom>
          <a:noFill/>
        </p:spPr>
        <p:txBody>
          <a:bodyPr wrap="square" lIns="68565" tIns="34289" rIns="68565" bIns="34289" rtlCol="0">
            <a:spAutoFit/>
          </a:bodyPr>
          <a:lstStyle/>
          <a:p>
            <a:pPr defTabSz="685165"/>
            <a:r>
              <a:rPr lang="zh-CN" altLang="en-US" sz="2100" b="1" dirty="0">
                <a:solidFill>
                  <a:prstClr val="white"/>
                </a:solidFill>
              </a:rPr>
              <a:t>目录</a:t>
            </a:r>
            <a:endParaRPr lang="zh-CN" altLang="en-US" sz="2100" b="1" dirty="0">
              <a:solidFill>
                <a:prstClr val="white"/>
              </a:solidFill>
            </a:endParaRPr>
          </a:p>
        </p:txBody>
      </p:sp>
      <p:sp>
        <p:nvSpPr>
          <p:cNvPr id="2" name="椭圆 1"/>
          <p:cNvSpPr/>
          <p:nvPr/>
        </p:nvSpPr>
        <p:spPr>
          <a:xfrm>
            <a:off x="1797640" y="1856335"/>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6" name="椭圆 15"/>
          <p:cNvSpPr/>
          <p:nvPr/>
        </p:nvSpPr>
        <p:spPr>
          <a:xfrm>
            <a:off x="1808662" y="3064000"/>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7" name="椭圆 16"/>
          <p:cNvSpPr/>
          <p:nvPr/>
        </p:nvSpPr>
        <p:spPr>
          <a:xfrm>
            <a:off x="1808662" y="4192873"/>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3" name="椭圆 12"/>
          <p:cNvSpPr/>
          <p:nvPr/>
        </p:nvSpPr>
        <p:spPr>
          <a:xfrm>
            <a:off x="1771840" y="594129"/>
            <a:ext cx="630134" cy="6404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endParaRPr lang="zh-CN" altLang="en-US" sz="1400" dirty="0">
              <a:solidFill>
                <a:prstClr val="white"/>
              </a:solidFill>
            </a:endParaRPr>
          </a:p>
        </p:txBody>
      </p:sp>
      <p:sp>
        <p:nvSpPr>
          <p:cNvPr id="18" name="椭圆 17"/>
          <p:cNvSpPr/>
          <p:nvPr/>
        </p:nvSpPr>
        <p:spPr>
          <a:xfrm>
            <a:off x="1850191" y="677680"/>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1</a:t>
            </a:r>
            <a:endParaRPr lang="zh-CN" altLang="en-US" sz="2100" b="1" dirty="0">
              <a:solidFill>
                <a:prstClr val="white"/>
              </a:solidFill>
            </a:endParaRPr>
          </a:p>
        </p:txBody>
      </p:sp>
      <p:sp>
        <p:nvSpPr>
          <p:cNvPr id="19" name="椭圆 18"/>
          <p:cNvSpPr/>
          <p:nvPr/>
        </p:nvSpPr>
        <p:spPr>
          <a:xfrm>
            <a:off x="1887016" y="1939885"/>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2</a:t>
            </a:r>
            <a:endParaRPr lang="zh-CN" altLang="en-US" sz="2100" b="1" dirty="0">
              <a:solidFill>
                <a:prstClr val="white"/>
              </a:solidFill>
            </a:endParaRPr>
          </a:p>
        </p:txBody>
      </p:sp>
      <p:sp>
        <p:nvSpPr>
          <p:cNvPr id="20" name="椭圆 19"/>
          <p:cNvSpPr/>
          <p:nvPr/>
        </p:nvSpPr>
        <p:spPr>
          <a:xfrm>
            <a:off x="1894444" y="3147551"/>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3</a:t>
            </a:r>
            <a:endParaRPr lang="zh-CN" altLang="en-US" sz="2100" b="1" dirty="0">
              <a:solidFill>
                <a:prstClr val="white"/>
              </a:solidFill>
            </a:endParaRPr>
          </a:p>
        </p:txBody>
      </p:sp>
      <p:sp>
        <p:nvSpPr>
          <p:cNvPr id="14" name="椭圆 13"/>
          <p:cNvSpPr/>
          <p:nvPr/>
        </p:nvSpPr>
        <p:spPr>
          <a:xfrm>
            <a:off x="1894444" y="4276424"/>
            <a:ext cx="473426" cy="4733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65" tIns="34289" rIns="68565" bIns="34289" rtlCol="0" anchor="ctr"/>
          <a:lstStyle/>
          <a:p>
            <a:pPr algn="ctr" defTabSz="685165"/>
            <a:r>
              <a:rPr lang="en-US" altLang="zh-CN" sz="2100" b="1" dirty="0">
                <a:solidFill>
                  <a:prstClr val="white"/>
                </a:solidFill>
              </a:rPr>
              <a:t>4</a:t>
            </a:r>
            <a:endParaRPr lang="zh-CN" altLang="en-US" sz="2100" b="1" dirty="0">
              <a:solidFill>
                <a:prstClr val="white"/>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一栏副标简">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5" name="文本占位符 3"/>
          <p:cNvSpPr>
            <a:spLocks noGrp="1"/>
          </p:cNvSpPr>
          <p:nvPr>
            <p:ph type="body" sz="quarter" idx="11"/>
          </p:nvPr>
        </p:nvSpPr>
        <p:spPr>
          <a:xfrm>
            <a:off x="360014"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一栏副标">
    <p:spTree>
      <p:nvGrpSpPr>
        <p:cNvPr id="1" name=""/>
        <p:cNvGrpSpPr/>
        <p:nvPr/>
      </p:nvGrpSpPr>
      <p:grpSpPr>
        <a:xfrm>
          <a:off x="0" y="0"/>
          <a:ext cx="0" cy="0"/>
          <a:chOff x="0" y="0"/>
          <a:chExt cx="0" cy="0"/>
        </a:xfrm>
      </p:grpSpPr>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4" name="文本占位符 3"/>
          <p:cNvSpPr>
            <a:spLocks noGrp="1"/>
          </p:cNvSpPr>
          <p:nvPr>
            <p:ph type="body" sz="quarter" idx="11"/>
          </p:nvPr>
        </p:nvSpPr>
        <p:spPr>
          <a:xfrm>
            <a:off x="360014" y="729000"/>
            <a:ext cx="8423999" cy="324000"/>
          </a:xfrm>
          <a:ln>
            <a:noFill/>
          </a:ln>
        </p:spPr>
        <p:txBody>
          <a:bodyPr anchor="ctr">
            <a:noAutofit/>
          </a:bodyPr>
          <a:lstStyle>
            <a:lvl1pPr marL="0" indent="0">
              <a:buFontTx/>
              <a:buNone/>
              <a:defRPr sz="1400" b="1" i="0" cap="none" spc="225">
                <a:ln>
                  <a:noFill/>
                </a:ln>
                <a:solidFill>
                  <a:srgbClr val="C00000"/>
                </a:solidFill>
                <a:effectLst/>
                <a:latin typeface="+mj-ea"/>
                <a:ea typeface="+mj-ea"/>
              </a:defRPr>
            </a:lvl1pPr>
          </a:lstStyle>
          <a:p>
            <a:pPr lvl="0"/>
            <a:r>
              <a:rPr lang="zh-CN" altLang="en-US"/>
              <a:t>单击此处编辑母版文本样式</a:t>
            </a:r>
            <a:endParaRPr lang="zh-CN" altLang="en-US"/>
          </a:p>
        </p:txBody>
      </p:sp>
      <p:sp>
        <p:nvSpPr>
          <p:cNvPr id="5" name="标题 4"/>
          <p:cNvSpPr>
            <a:spLocks noGrp="1"/>
          </p:cNvSpPr>
          <p:nvPr>
            <p:ph type="title"/>
          </p:nvPr>
        </p:nvSpPr>
        <p:spPr/>
        <p:txBody>
          <a:bodyPr/>
          <a:lstStyle/>
          <a:p>
            <a:r>
              <a:rPr lang="zh-CN" altLang="en-US"/>
              <a:t>单击此处编辑母版标题样式</a:t>
            </a:r>
            <a:endParaRPr lang="zh-CN" altLang="en-US" dirty="0"/>
          </a:p>
        </p:txBody>
      </p:sp>
      <p:sp>
        <p:nvSpPr>
          <p:cNvPr id="6" name="Text Placeholder 2"/>
          <p:cNvSpPr>
            <a:spLocks noGrp="1"/>
          </p:cNvSpPr>
          <p:nvPr>
            <p:ph idx="1"/>
          </p:nvPr>
        </p:nvSpPr>
        <p:spPr>
          <a:xfrm>
            <a:off x="243644" y="1131549"/>
            <a:ext cx="8656719" cy="3677123"/>
          </a:xfrm>
          <a:prstGeom prst="rect">
            <a:avLst/>
          </a:prstGeom>
          <a:ln>
            <a:noFill/>
            <a:prstDash val="solid"/>
          </a:ln>
        </p:spPr>
        <p:txBody>
          <a:bodyPr vert="horz" lIns="0" tIns="0" rIns="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809963"/>
            <a:ext cx="8424000" cy="3998700"/>
          </a:xfrm>
          <a:ln>
            <a:noFill/>
          </a:ln>
        </p:spPr>
        <p:txBody>
          <a:bodyPr vert="horz" lIns="68565" tIns="34289" rIns="68565" bIns="34289" rtlCol="0" anchor="ctr" anchorCtr="1">
            <a:normAutofit/>
          </a:bodyPr>
          <a:lstStyle>
            <a:lvl1pPr marL="428625" indent="-428625">
              <a:buClrTx/>
              <a:buFont typeface="+mj-ea"/>
              <a:buAutoNum type="ea1JpnChsDbPeriod"/>
              <a:defRPr lang="zh-CN" altLang="en-US" sz="2100" spc="225" dirty="0" smtClean="0">
                <a:solidFill>
                  <a:schemeClr val="bg1">
                    <a:lumMod val="50000"/>
                  </a:schemeClr>
                </a:solidFill>
              </a:defRPr>
            </a:lvl1pPr>
            <a:lvl2pPr marL="728345" indent="-213995">
              <a:buClr>
                <a:srgbClr val="C00000"/>
              </a:buClr>
              <a:buFont typeface="Wingdings" panose="05000000000000000000" pitchFamily="2" charset="2"/>
              <a:buChar char="p"/>
              <a:defRPr lang="zh-CN" altLang="en-US" sz="1800" spc="225" dirty="0" smtClean="0">
                <a:solidFill>
                  <a:schemeClr val="bg1">
                    <a:lumMod val="50000"/>
                  </a:schemeClr>
                </a:solidFill>
              </a:defRPr>
            </a:lvl2pPr>
            <a:lvl3pPr marL="857250" indent="0">
              <a:buNone/>
              <a:defRPr lang="zh-CN" altLang="en-US" sz="1100" dirty="0" smtClean="0"/>
            </a:lvl3pPr>
            <a:lvl4pPr marL="1200150" indent="0">
              <a:buNone/>
              <a:defRPr lang="zh-CN" altLang="en-US" sz="900" dirty="0" smtClean="0"/>
            </a:lvl4pPr>
            <a:lvl5pPr marL="1542415" indent="0">
              <a:buNone/>
              <a:defRPr lang="en-US" sz="900" dirty="0"/>
            </a:lvl5pPr>
          </a:lstStyle>
          <a:p>
            <a:pPr lvl="0"/>
            <a:r>
              <a:rPr lang="zh-CN" altLang="en-US"/>
              <a:t>单击此处编辑母版文本样式</a:t>
            </a:r>
            <a:endParaRPr lang="zh-CN" altLang="en-US"/>
          </a:p>
          <a:p>
            <a:pPr lvl="1"/>
            <a:r>
              <a:rPr lang="zh-CN" altLang="en-US"/>
              <a:t>第二级</a:t>
            </a:r>
            <a:endParaRPr lang="zh-CN" altLang="en-US"/>
          </a:p>
        </p:txBody>
      </p:sp>
      <p:sp>
        <p:nvSpPr>
          <p:cNvPr id="14" name="灯片编号占位符 13"/>
          <p:cNvSpPr>
            <a:spLocks noGrp="1"/>
          </p:cNvSpPr>
          <p:nvPr>
            <p:ph type="sldNum" sz="quarter" idx="10"/>
          </p:nvPr>
        </p:nvSpPr>
        <p:spPr/>
        <p:txBody>
          <a:bodyPr/>
          <a:lstStyle/>
          <a:p>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sp>
        <p:nvSpPr>
          <p:cNvPr id="10" name="标题 9"/>
          <p:cNvSpPr>
            <a:spLocks noGrp="1"/>
          </p:cNvSpPr>
          <p:nvPr>
            <p:ph type="title"/>
          </p:nvPr>
        </p:nvSpPr>
        <p:spPr/>
        <p:txBody>
          <a:bodyPr/>
          <a:lstStyle/>
          <a:p>
            <a:r>
              <a:rPr lang="zh-CN" altLang="en-US"/>
              <a:t>单击此处编辑母版标题样式</a:t>
            </a:r>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结束">
    <p:spTree>
      <p:nvGrpSpPr>
        <p:cNvPr id="1" name=""/>
        <p:cNvGrpSpPr/>
        <p:nvPr/>
      </p:nvGrpSpPr>
      <p:grpSpPr>
        <a:xfrm>
          <a:off x="0" y="0"/>
          <a:ext cx="0" cy="0"/>
          <a:chOff x="0" y="0"/>
          <a:chExt cx="0" cy="0"/>
        </a:xfrm>
      </p:grpSpPr>
      <p:sp>
        <p:nvSpPr>
          <p:cNvPr id="16" name="矩形 15"/>
          <p:cNvSpPr/>
          <p:nvPr/>
        </p:nvSpPr>
        <p:spPr>
          <a:xfrm>
            <a:off x="0" y="0"/>
            <a:ext cx="9144000" cy="5143500"/>
          </a:xfrm>
          <a:prstGeom prst="rect">
            <a:avLst/>
          </a:prstGeom>
          <a:solidFill>
            <a:sysClr val="window" lastClr="FFFFFF"/>
          </a:solidFill>
          <a:ln w="25400" cap="flat" cmpd="sng" algn="ctr">
            <a:noFill/>
            <a:prstDash val="solid"/>
          </a:ln>
          <a:effectLst/>
        </p:spPr>
        <p:txBody>
          <a:bodyPr lIns="68565" tIns="34289" rIns="68565" bIns="34289" anchor="ctr"/>
          <a:lstStyle/>
          <a:p>
            <a:pPr algn="ctr" defTabSz="685165">
              <a:defRPr/>
            </a:pPr>
            <a:endParaRPr lang="zh-CN" altLang="en-US" sz="1400" kern="0" dirty="0">
              <a:solidFill>
                <a:prstClr val="white"/>
              </a:solidFill>
              <a:latin typeface="Calibri" panose="020F0502020204030204"/>
              <a:ea typeface="宋体" panose="02010600030101010101" pitchFamily="2" charset="-122"/>
            </a:endParaRPr>
          </a:p>
        </p:txBody>
      </p:sp>
      <p:pic>
        <p:nvPicPr>
          <p:cNvPr id="8" name="Picture 2055" descr="色条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 y="1154321"/>
            <a:ext cx="9144000" cy="2775347"/>
          </a:xfrm>
          <a:prstGeom prst="rect">
            <a:avLst/>
          </a:prstGeom>
          <a:noFill/>
          <a:ln>
            <a:noFill/>
          </a:ln>
        </p:spPr>
      </p:pic>
      <p:sp>
        <p:nvSpPr>
          <p:cNvPr id="2" name="Title 1"/>
          <p:cNvSpPr>
            <a:spLocks noGrp="1"/>
          </p:cNvSpPr>
          <p:nvPr>
            <p:ph type="ctrTitle"/>
          </p:nvPr>
        </p:nvSpPr>
        <p:spPr>
          <a:xfrm>
            <a:off x="685800" y="1722426"/>
            <a:ext cx="7772400" cy="1698671"/>
          </a:xfrm>
        </p:spPr>
        <p:txBody>
          <a:bodyPr anchor="ctr">
            <a:noAutofit/>
          </a:bodyPr>
          <a:lstStyle>
            <a:lvl1pPr marL="0" algn="ctr" defTabSz="685165" rtl="0" eaLnBrk="1" fontAlgn="base" latinLnBrk="0" hangingPunct="1">
              <a:spcBef>
                <a:spcPct val="0"/>
              </a:spcBef>
              <a:spcAft>
                <a:spcPct val="0"/>
              </a:spcAft>
              <a:defRPr kumimoji="0" lang="zh-CN" altLang="en-US" sz="4500" b="1" i="0" u="none" strike="noStrike" kern="1200" cap="none" spc="450" normalizeH="0" baseline="0" dirty="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3363" y="236822"/>
            <a:ext cx="1058548" cy="729000"/>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52416" y="107960"/>
            <a:ext cx="7164387" cy="487363"/>
          </a:xfr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8316527" y="4839894"/>
            <a:ext cx="395287" cy="216694"/>
          </a:xfrm>
        </p:spPr>
        <p:txBody>
          <a:bodyPr/>
          <a:lstStyle>
            <a:lvl1pPr>
              <a:defRPr/>
            </a:lvl1pPr>
          </a:lstStyle>
          <a:p>
            <a:fld id="{73A858D8-3B47-4A37-944E-E7FFFB0C3890}" type="slidenum">
              <a:rPr lang="zh-CN" altLang="en-US">
                <a:solidFill>
                  <a:prstClr val="black"/>
                </a:solidFill>
                <a:effectLst>
                  <a:outerShdw blurRad="38100" dist="19050" dir="2700000" algn="tl" rotWithShape="0">
                    <a:prstClr val="black">
                      <a:alpha val="40000"/>
                    </a:prstClr>
                  </a:outerShdw>
                </a:effectLst>
              </a:rPr>
            </a:fld>
            <a:endParaRPr lang="en-US" altLang="zh-CN" sz="9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DD327EA1-0976-4DB8-9CA3-ACA67DE72930}" type="slidenum">
              <a:rPr lang="zh-CN" altLang="en-US">
                <a:solidFill>
                  <a:prstClr val="black"/>
                </a:solidFill>
                <a:effectLst>
                  <a:outerShdw blurRad="38100" dist="19050" dir="2700000" algn="tl" rotWithShape="0">
                    <a:prstClr val="black">
                      <a:alpha val="40000"/>
                    </a:prstClr>
                  </a:outerShdw>
                </a:effectLst>
              </a:rPr>
            </a:fld>
            <a:endParaRPr lang="en-US" altLang="zh-CN" sz="900">
              <a:solidFill>
                <a:srgbClr val="000000"/>
              </a:solidFill>
              <a:effectLst>
                <a:outerShdw blurRad="38100" dist="19050" dir="2700000" algn="tl" rotWithShape="0">
                  <a:prstClr val="black">
                    <a:alpha val="40000"/>
                  </a:prstClr>
                </a:outerShdw>
              </a:effectLst>
              <a:sym typeface="Arial" panose="020B0604020202020204" pitchFamily="34" charset="0"/>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4pPr marL="1074420" indent="0">
              <a:buNone/>
              <a:defRPr/>
            </a:lvl4pPr>
            <a:lvl5pPr marL="1434465" indent="0">
              <a:buNone/>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1"/>
          <p:cNvSpPr>
            <a:spLocks noGrp="1"/>
          </p:cNvSpPr>
          <p:nvPr>
            <p:ph type="sldNum" sz="quarter" idx="10"/>
          </p:nvPr>
        </p:nvSpPr>
        <p:spPr/>
        <p:txBody>
          <a:bodyPr/>
          <a:lstStyle>
            <a:lvl1pPr>
              <a:defRPr/>
            </a:lvl1pPr>
          </a:lstStyle>
          <a:p>
            <a:pPr>
              <a:defRPr/>
            </a:pPr>
            <a:fld id="{CF619D3D-BF17-4C6A-8089-35A2BA761E9C}" type="slidenum">
              <a:rPr lang="zh-CN" altLang="en-US">
                <a:solidFill>
                  <a:srgbClr val="000000"/>
                </a:solidFill>
                <a:effectLst>
                  <a:outerShdw blurRad="38100" dist="19050" dir="2700000" algn="tl" rotWithShape="0">
                    <a:prstClr val="black">
                      <a:alpha val="40000"/>
                    </a:prstClr>
                  </a:outerShdw>
                </a:effectLst>
              </a:rPr>
            </a:fld>
            <a:endParaRPr lang="en-US" altLang="zh-CN">
              <a:solidFill>
                <a:srgbClr val="000000"/>
              </a:solidFill>
              <a:effectLst>
                <a:outerShdw blurRad="38100" dist="19050" dir="2700000" algn="tl" rotWithShape="0">
                  <a:prstClr val="black">
                    <a:alpha val="40000"/>
                  </a:prstClr>
                </a:outerShdw>
              </a:effectLst>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5.png"/><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0"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1" Type="http://schemas.openxmlformats.org/officeDocument/2006/relationships/theme" Target="../theme/theme3.xml"/><Relationship Id="rId10" Type="http://schemas.openxmlformats.org/officeDocument/2006/relationships/image" Target="../media/image6.png"/><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4.xml"/><Relationship Id="rId13" Type="http://schemas.openxmlformats.org/officeDocument/2006/relationships/image" Target="../media/image6.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1.xml"/><Relationship Id="rId8" Type="http://schemas.openxmlformats.org/officeDocument/2006/relationships/slideLayout" Target="../slideLayouts/slideLayout40.xml"/><Relationship Id="rId7" Type="http://schemas.openxmlformats.org/officeDocument/2006/relationships/slideLayout" Target="../slideLayouts/slideLayout39.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3" Type="http://schemas.openxmlformats.org/officeDocument/2006/relationships/slideLayout" Target="../slideLayouts/slideLayout35.xml"/><Relationship Id="rId2" Type="http://schemas.openxmlformats.org/officeDocument/2006/relationships/slideLayout" Target="../slideLayouts/slideLayout34.xml"/><Relationship Id="rId13" Type="http://schemas.openxmlformats.org/officeDocument/2006/relationships/theme" Target="../theme/theme5.xml"/><Relationship Id="rId12" Type="http://schemas.openxmlformats.org/officeDocument/2006/relationships/image" Target="../media/image6.png"/><Relationship Id="rId11" Type="http://schemas.openxmlformats.org/officeDocument/2006/relationships/image" Target="../media/image8.png"/><Relationship Id="rId10" Type="http://schemas.openxmlformats.org/officeDocument/2006/relationships/image" Target="../media/image7.png"/><Relationship Id="rId1" Type="http://schemas.openxmlformats.org/officeDocument/2006/relationships/slideLayout" Target="../slideLayouts/slideLayout33.xml"/></Relationships>
</file>

<file path=ppt/slideMasters/_rels/slideMaster6.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slideLayout" Target="../slideLayouts/slideLayout48.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3" Type="http://schemas.openxmlformats.org/officeDocument/2006/relationships/slideLayout" Target="../slideLayouts/slideLayout44.xml"/><Relationship Id="rId2" Type="http://schemas.openxmlformats.org/officeDocument/2006/relationships/slideLayout" Target="../slideLayouts/slideLayout43.xml"/><Relationship Id="rId11" Type="http://schemas.openxmlformats.org/officeDocument/2006/relationships/theme" Target="../theme/theme6.xml"/><Relationship Id="rId10" Type="http://schemas.openxmlformats.org/officeDocument/2006/relationships/image" Target="../media/image6.png"/><Relationship Id="rId1" Type="http://schemas.openxmlformats.org/officeDocument/2006/relationships/slideLayout" Target="../slideLayouts/slideLayout42.xml"/></Relationships>
</file>

<file path=ppt/slideMasters/_rels/slideMaster7.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0"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 Id="rId3" Type="http://schemas.openxmlformats.org/officeDocument/2006/relationships/slideLayout" Target="../slideLayouts/slideLayout57.xml"/><Relationship Id="rId2" Type="http://schemas.openxmlformats.org/officeDocument/2006/relationships/slideLayout" Target="../slideLayouts/slideLayout56.xml"/><Relationship Id="rId10" Type="http://schemas.openxmlformats.org/officeDocument/2006/relationships/theme" Target="../theme/theme8.xml"/><Relationship Id="rId1" Type="http://schemas.openxmlformats.org/officeDocument/2006/relationships/slideLayout" Target="../slideLayouts/slideLayout55.xml"/></Relationships>
</file>

<file path=ppt/slideMasters/_rels/slideMaster9.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0" Type="http://schemas.openxmlformats.org/officeDocument/2006/relationships/theme" Target="../theme/theme9.xml"/><Relationship Id="rId1" Type="http://schemas.openxmlformats.org/officeDocument/2006/relationships/slideLayout" Target="../slideLayouts/slideLayout61.xml"/></Relationships>
</file>

<file path=ppt/slideMasters/_rels/slideMaster10.xml.rels><?xml version="1.0" encoding="UTF-8" standalone="yes"?>
<Relationships xmlns="http://schemas.openxmlformats.org/package/2006/relationships"><Relationship Id="rId9" Type="http://schemas.openxmlformats.org/officeDocument/2006/relationships/theme" Target="../theme/theme10.xml"/><Relationship Id="rId8" Type="http://schemas.openxmlformats.org/officeDocument/2006/relationships/image" Target="../media/image6.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 Type="http://schemas.openxmlformats.org/officeDocument/2006/relationships/slideLayout" Target="../slideLayouts/slideLayout67.xml"/></Relationships>
</file>

<file path=ppt/slideMasters/_rels/slideMaster11.xml.rels><?xml version="1.0" encoding="UTF-8" standalone="yes"?>
<Relationships xmlns="http://schemas.openxmlformats.org/package/2006/relationships"><Relationship Id="rId9" Type="http://schemas.openxmlformats.org/officeDocument/2006/relationships/theme" Target="../theme/theme11.xml"/><Relationship Id="rId8" Type="http://schemas.openxmlformats.org/officeDocument/2006/relationships/image" Target="../media/image6.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slideLayout" Target="../slideLayouts/slideLayout76.xml"/><Relationship Id="rId4" Type="http://schemas.openxmlformats.org/officeDocument/2006/relationships/slideLayout" Target="../slideLayouts/slideLayout75.xml"/><Relationship Id="rId3" Type="http://schemas.openxmlformats.org/officeDocument/2006/relationships/slideLayout" Target="../slideLayouts/slideLayout74.xml"/><Relationship Id="rId2" Type="http://schemas.openxmlformats.org/officeDocument/2006/relationships/slideLayout" Target="../slideLayouts/slideLayout73.xml"/><Relationship Id="rId1" Type="http://schemas.openxmlformats.org/officeDocument/2006/relationships/slideLayout" Target="../slideLayouts/slideLayout72.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85.xml"/><Relationship Id="rId8" Type="http://schemas.openxmlformats.org/officeDocument/2006/relationships/slideLayout" Target="../slideLayouts/slideLayout84.xml"/><Relationship Id="rId7" Type="http://schemas.openxmlformats.org/officeDocument/2006/relationships/slideLayout" Target="../slideLayouts/slideLayout83.xml"/><Relationship Id="rId6" Type="http://schemas.openxmlformats.org/officeDocument/2006/relationships/slideLayout" Target="../slideLayouts/slideLayout82.xml"/><Relationship Id="rId5" Type="http://schemas.openxmlformats.org/officeDocument/2006/relationships/slideLayout" Target="../slideLayouts/slideLayout81.xml"/><Relationship Id="rId4" Type="http://schemas.openxmlformats.org/officeDocument/2006/relationships/slideLayout" Target="../slideLayouts/slideLayout80.xml"/><Relationship Id="rId3" Type="http://schemas.openxmlformats.org/officeDocument/2006/relationships/slideLayout" Target="../slideLayouts/slideLayout79.xml"/><Relationship Id="rId2" Type="http://schemas.openxmlformats.org/officeDocument/2006/relationships/slideLayout" Target="../slideLayouts/slideLayout78.xml"/><Relationship Id="rId15" Type="http://schemas.openxmlformats.org/officeDocument/2006/relationships/theme" Target="../theme/theme12.xml"/><Relationship Id="rId14" Type="http://schemas.openxmlformats.org/officeDocument/2006/relationships/image" Target="../media/image6.png"/><Relationship Id="rId13" Type="http://schemas.openxmlformats.org/officeDocument/2006/relationships/image" Target="../media/image8.png"/><Relationship Id="rId12" Type="http://schemas.openxmlformats.org/officeDocument/2006/relationships/image" Target="../media/image7.png"/><Relationship Id="rId11" Type="http://schemas.openxmlformats.org/officeDocument/2006/relationships/slideLayout" Target="../slideLayouts/slideLayout87.xml"/><Relationship Id="rId10" Type="http://schemas.openxmlformats.org/officeDocument/2006/relationships/slideLayout" Target="../slideLayouts/slideLayout86.xml"/><Relationship Id="rId1"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59807" y="476237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87000" y="476237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6457950" y="476237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标题 7"/>
          <p:cNvSpPr>
            <a:spLocks noGrp="1"/>
          </p:cNvSpPr>
          <p:nvPr>
            <p:ph type="title"/>
          </p:nvPr>
        </p:nvSpPr>
        <p:spPr>
          <a:xfrm>
            <a:off x="502412" y="435919"/>
            <a:ext cx="8139178" cy="48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502444" y="1131094"/>
            <a:ext cx="8139113" cy="3561874"/>
          </a:xfrm>
          <a:prstGeom prst="rect">
            <a:avLst/>
          </a:prstGeom>
        </p:spPr>
        <p:txBody>
          <a:bodyPr vert="horz" lIns="101600" tIns="0" rIns="82550" bIns="0" rtlCol="0">
            <a:normAutofit/>
          </a:bodyPr>
          <a:lstStyle>
            <a:lvl1pPr>
              <a:defRPr sz="1800"/>
            </a:lvl1pPr>
            <a:lvl2pPr>
              <a:defRPr sz="1800"/>
            </a:lvl2pPr>
            <a:lvl3pPr>
              <a:defRPr sz="1800"/>
            </a:lvl3pPr>
            <a:lvl4pPr>
              <a:defRPr sz="1800"/>
            </a:lvl4pPr>
            <a:lvl5pPr>
              <a:defRPr sz="1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685800" rtl="0" eaLnBrk="1" fontAlgn="auto" latinLnBrk="0" hangingPunct="1">
        <a:lnSpc>
          <a:spcPct val="100000"/>
        </a:lnSpc>
        <a:spcBef>
          <a:spcPct val="0"/>
        </a:spcBef>
        <a:buNone/>
        <a:defRPr sz="2100" b="1" u="none" strike="noStrike" kern="1200" cap="none" spc="200" normalizeH="0">
          <a:solidFill>
            <a:schemeClr val="tx1"/>
          </a:solidFill>
          <a:uFillTx/>
          <a:latin typeface="+mn-ea"/>
          <a:ea typeface="+mn-ea"/>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mn-ea"/>
          <a:ea typeface="+mn-ea"/>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mn-ea"/>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52304" y="108354"/>
            <a:ext cx="7164000" cy="486965"/>
          </a:xfrm>
          <a:prstGeom prst="rect">
            <a:avLst/>
          </a:prstGeom>
          <a:noFill/>
          <a:ln w="9525">
            <a:noFill/>
            <a:miter lim="800000"/>
          </a:ln>
        </p:spPr>
        <p:txBody>
          <a:bodyPr vert="horz" wrap="square" lIns="91384" tIns="45692" rIns="91384" bIns="45692" numCol="1" anchor="ctr" anchorCtr="0" compatLnSpc="1"/>
          <a:lstStyle/>
          <a:p>
            <a:pPr lvl="0"/>
            <a:r>
              <a:rPr lang="zh-CN" altLang="en-US" dirty="0"/>
              <a:t>标题文本样式：微软雅黑</a:t>
            </a:r>
            <a:r>
              <a:rPr lang="en-US" altLang="zh-CN" dirty="0"/>
              <a:t>/</a:t>
            </a:r>
            <a:r>
              <a:rPr lang="en-US" altLang="zh-CN"/>
              <a:t>24</a:t>
            </a:r>
            <a:r>
              <a:rPr lang="zh-CN" altLang="en-US"/>
              <a:t>号</a:t>
            </a:r>
            <a:endParaRPr lang="en-US" altLang="zh-CN" dirty="0"/>
          </a:p>
        </p:txBody>
      </p:sp>
      <p:sp>
        <p:nvSpPr>
          <p:cNvPr id="2051" name="Rectangle 3"/>
          <p:cNvSpPr>
            <a:spLocks noGrp="1" noChangeArrowheads="1"/>
          </p:cNvSpPr>
          <p:nvPr>
            <p:ph type="body" idx="1"/>
          </p:nvPr>
        </p:nvSpPr>
        <p:spPr bwMode="auto">
          <a:xfrm>
            <a:off x="468318" y="817002"/>
            <a:ext cx="8207375" cy="4023000"/>
          </a:xfrm>
          <a:prstGeom prst="rect">
            <a:avLst/>
          </a:prstGeom>
          <a:noFill/>
          <a:ln w="9525">
            <a:noFill/>
            <a:miter lim="800000"/>
          </a:ln>
        </p:spPr>
        <p:txBody>
          <a:bodyPr vert="horz" wrap="square" lIns="91384" tIns="45692" rIns="91384" bIns="45692" numCol="1" anchor="t" anchorCtr="0" compatLnSpc="1"/>
          <a:lstStyle/>
          <a:p>
            <a:pPr lvl="0"/>
            <a:r>
              <a:rPr lang="zh-CN" altLang="en-US"/>
              <a:t>微软雅黑</a:t>
            </a:r>
            <a:endParaRPr lang="en-US" altLang="zh-CN" dirty="0"/>
          </a:p>
        </p:txBody>
      </p:sp>
      <p:pic>
        <p:nvPicPr>
          <p:cNvPr id="2053" name="Picture 10" descr="C:\Users\vivianting\Desktop\未标题8.png"/>
          <p:cNvPicPr>
            <a:picLocks noChangeAspect="1" noChangeArrowheads="1"/>
          </p:cNvPicPr>
          <p:nvPr/>
        </p:nvPicPr>
        <p:blipFill>
          <a:blip r:embed="rId8" cstate="print"/>
          <a:srcRect l="4971" t="1717" r="74190" b="70428"/>
          <a:stretch>
            <a:fillRect/>
          </a:stretch>
        </p:blipFill>
        <p:spPr bwMode="auto">
          <a:xfrm>
            <a:off x="7786689" y="3965449"/>
            <a:ext cx="1357312" cy="1178719"/>
          </a:xfrm>
          <a:prstGeom prst="rect">
            <a:avLst/>
          </a:prstGeom>
          <a:noFill/>
          <a:ln w="9525">
            <a:noFill/>
            <a:miter lim="800000"/>
            <a:headEnd/>
            <a:tailEnd/>
          </a:ln>
        </p:spPr>
      </p:pic>
      <p:cxnSp>
        <p:nvCxnSpPr>
          <p:cNvPr id="9" name="直接连接符 8"/>
          <p:cNvCxnSpPr/>
          <p:nvPr/>
        </p:nvCxnSpPr>
        <p:spPr bwMode="auto">
          <a:xfrm>
            <a:off x="0" y="716756"/>
            <a:ext cx="9144000" cy="0"/>
          </a:xfrm>
          <a:prstGeom prst="line">
            <a:avLst/>
          </a:prstGeom>
          <a:ln w="19050">
            <a:solidFill>
              <a:srgbClr val="FF0000"/>
            </a:solidFill>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2055" name="Picture 9"/>
          <p:cNvPicPr>
            <a:picLocks noChangeAspect="1" noChangeArrowheads="1"/>
          </p:cNvPicPr>
          <p:nvPr/>
        </p:nvPicPr>
        <p:blipFill>
          <a:blip r:embed="rId9" cstate="print"/>
          <a:srcRect l="10513" t="10342" r="12415" b="6898"/>
          <a:stretch>
            <a:fillRect/>
          </a:stretch>
        </p:blipFill>
        <p:spPr bwMode="auto">
          <a:xfrm>
            <a:off x="7470775" y="39293"/>
            <a:ext cx="1379538" cy="752475"/>
          </a:xfrm>
          <a:prstGeom prst="rect">
            <a:avLst/>
          </a:prstGeom>
          <a:noFill/>
          <a:ln w="9525">
            <a:noFill/>
            <a:miter lim="800000"/>
            <a:headEnd/>
            <a:tailEnd/>
          </a:ln>
        </p:spPr>
      </p:pic>
      <p:sp>
        <p:nvSpPr>
          <p:cNvPr id="30" name="灯片编号占位符 1"/>
          <p:cNvSpPr>
            <a:spLocks noGrp="1"/>
          </p:cNvSpPr>
          <p:nvPr>
            <p:ph type="sldNum" sz="quarter" idx="4"/>
          </p:nvPr>
        </p:nvSpPr>
        <p:spPr bwMode="auto">
          <a:xfrm>
            <a:off x="8316416" y="4840002"/>
            <a:ext cx="396000" cy="216000"/>
          </a:xfrm>
          <a:prstGeom prst="rect">
            <a:avLst/>
          </a:prstGeom>
          <a:ln>
            <a:miter lim="800000"/>
          </a:ln>
        </p:spPr>
        <p:txBody>
          <a:bodyPr lIns="91384" tIns="45692" rIns="91384" bIns="45692"/>
          <a:lstStyle>
            <a:lvl1pPr algn="ctr">
              <a:lnSpc>
                <a:spcPct val="100000"/>
              </a:lnSpc>
              <a:defRPr b="1"/>
            </a:lvl1pPr>
          </a:lstStyle>
          <a:p>
            <a:pPr fontAlgn="base">
              <a:spcBef>
                <a:spcPct val="0"/>
              </a:spcBef>
              <a:spcAft>
                <a:spcPct val="0"/>
              </a:spcAft>
              <a:defRPr/>
            </a:pPr>
            <a:fld id="{03FC912D-3FE9-4018-B22A-84E35E38B07C}" type="slidenum">
              <a:rPr lang="zh-CN" altLang="en-US" sz="1200" smtClean="0">
                <a:solidFill>
                  <a:srgbClr val="000000"/>
                </a:solidFill>
                <a:latin typeface="Arial" panose="020B0604020202020204"/>
                <a:sym typeface="Arial" panose="020B0604020202020204"/>
              </a:rPr>
            </a:fld>
            <a:endParaRPr lang="en-US" altLang="zh-CN" sz="1200" dirty="0">
              <a:solidFill>
                <a:srgbClr val="000000"/>
              </a:solidFill>
              <a:latin typeface="Arial" panose="020B0604020202020204"/>
              <a:sym typeface="Arial" panose="020B0604020202020204"/>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lvl1pPr marL="361950" indent="-36195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cs typeface="+mj-cs"/>
        </a:defRPr>
      </a:lvl1pPr>
      <a:lvl2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2pPr>
      <a:lvl3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3pPr>
      <a:lvl4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4pPr>
      <a:lvl5pPr marL="361950" indent="-36195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5pPr>
      <a:lvl6pPr marL="8185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6pPr>
      <a:lvl7pPr marL="12757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7pPr>
      <a:lvl8pPr marL="173228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8pPr>
      <a:lvl9pPr marL="2189480"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2" charset="-122"/>
        </a:defRPr>
      </a:lvl9pPr>
    </p:titleStyle>
    <p:bodyStyle>
      <a:lvl1pPr marL="180975"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p"/>
        <a:defRPr sz="1800" b="1">
          <a:solidFill>
            <a:schemeClr val="tx1"/>
          </a:solidFill>
          <a:latin typeface="微软雅黑" panose="020B0503020204020204" pitchFamily="34" charset="-122"/>
          <a:ea typeface="微软雅黑" panose="020B0503020204020204" pitchFamily="34" charset="-122"/>
          <a:cs typeface="+mn-cs"/>
        </a:defRPr>
      </a:lvl1pPr>
      <a:lvl2pPr marL="54102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600">
          <a:solidFill>
            <a:schemeClr val="tx1"/>
          </a:solidFill>
          <a:latin typeface="微软雅黑" panose="020B0503020204020204" pitchFamily="34" charset="-122"/>
          <a:ea typeface="微软雅黑" panose="020B0503020204020204" pitchFamily="34" charset="-122"/>
        </a:defRPr>
      </a:lvl2pPr>
      <a:lvl3pPr marL="894715" indent="-17462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400">
          <a:solidFill>
            <a:schemeClr val="tx1"/>
          </a:solidFill>
          <a:latin typeface="微软雅黑" panose="020B0503020204020204" pitchFamily="34" charset="-122"/>
          <a:ea typeface="微软雅黑" panose="020B0503020204020204" pitchFamily="34" charset="-122"/>
        </a:defRPr>
      </a:lvl3pPr>
      <a:lvl4pPr marL="1254760" indent="-180975" algn="l" rtl="0" eaLnBrk="1" fontAlgn="ctr" hangingPunct="1">
        <a:lnSpc>
          <a:spcPct val="150000"/>
        </a:lnSpc>
        <a:spcBef>
          <a:spcPct val="20000"/>
        </a:spcBef>
        <a:spcAft>
          <a:spcPct val="0"/>
        </a:spcAft>
        <a:buClr>
          <a:schemeClr val="accent1"/>
        </a:buClr>
        <a:buSzPct val="60000"/>
        <a:buFont typeface="Wingdings" panose="05000000000000000000" pitchFamily="2" charset="2"/>
        <a:buChar char="l"/>
        <a:defRPr sz="1200">
          <a:solidFill>
            <a:schemeClr val="tx1"/>
          </a:solidFill>
          <a:latin typeface="微软雅黑" panose="020B0503020204020204" pitchFamily="34" charset="-122"/>
          <a:ea typeface="微软雅黑" panose="020B0503020204020204" pitchFamily="34" charset="-122"/>
        </a:defRPr>
      </a:lvl4pPr>
      <a:lvl5pPr marL="16179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5pPr>
      <a:lvl6pPr marL="207518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6pPr>
      <a:lvl7pPr marL="25317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7pPr>
      <a:lvl8pPr marL="2988945"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8pPr>
      <a:lvl9pPr marL="3445510" indent="-184150" algn="l" rtl="0" eaLnBrk="1" fontAlgn="ctr" hangingPunct="1">
        <a:lnSpc>
          <a:spcPct val="120000"/>
        </a:lnSpc>
        <a:spcBef>
          <a:spcPct val="20000"/>
        </a:spcBef>
        <a:spcAft>
          <a:spcPct val="0"/>
        </a:spcAft>
        <a:buClr>
          <a:schemeClr val="accent1"/>
        </a:buClr>
        <a:buSzPct val="60000"/>
        <a:buFont typeface="Wingdings" panose="05000000000000000000" pitchFamily="2" charset="2"/>
        <a:buChar char="l"/>
        <a:defRPr sz="1000">
          <a:solidFill>
            <a:schemeClr val="tx1"/>
          </a:solidFill>
          <a:latin typeface="+mj-lt"/>
          <a:ea typeface="华文细黑" panose="0201060004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6565"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095" algn="l" defTabSz="913765" rtl="0" eaLnBrk="1" latinLnBrk="0" hangingPunct="1">
        <a:defRPr sz="1800" kern="1200">
          <a:solidFill>
            <a:schemeClr val="tx1"/>
          </a:solidFill>
          <a:latin typeface="+mn-lt"/>
          <a:ea typeface="+mn-ea"/>
          <a:cs typeface="+mn-cs"/>
        </a:defRPr>
      </a:lvl6pPr>
      <a:lvl7pPr marL="2741295" algn="l" defTabSz="913765" rtl="0" eaLnBrk="1" latinLnBrk="0" hangingPunct="1">
        <a:defRPr sz="1800" kern="1200">
          <a:solidFill>
            <a:schemeClr val="tx1"/>
          </a:solidFill>
          <a:latin typeface="+mn-lt"/>
          <a:ea typeface="+mn-ea"/>
          <a:cs typeface="+mn-cs"/>
        </a:defRPr>
      </a:lvl7pPr>
      <a:lvl8pPr marL="3197860" algn="l" defTabSz="913765" rtl="0" eaLnBrk="1" latinLnBrk="0" hangingPunct="1">
        <a:defRPr sz="1800" kern="1200">
          <a:solidFill>
            <a:schemeClr val="tx1"/>
          </a:solidFill>
          <a:latin typeface="+mn-lt"/>
          <a:ea typeface="+mn-ea"/>
          <a:cs typeface="+mn-cs"/>
        </a:defRPr>
      </a:lvl8pPr>
      <a:lvl9pPr marL="365506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8125187" y="3964805"/>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49" tIns="34289" rIns="68549"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3" y="392"/>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49" tIns="34289" rIns="68549"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46727" y="71406"/>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46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75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165"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130"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noChangeArrowheads="1"/>
          </p:cNvPicPr>
          <p:nvPr/>
        </p:nvPicPr>
        <p:blipFill>
          <a:blip r:embed="rId11" cstate="print"/>
          <a:srcRect/>
          <a:stretch>
            <a:fillRect/>
          </a:stretch>
        </p:blipFill>
        <p:spPr bwMode="auto">
          <a:xfrm>
            <a:off x="8124827" y="3964802"/>
            <a:ext cx="1019175" cy="1178719"/>
          </a:xfrm>
          <a:prstGeom prst="rect">
            <a:avLst/>
          </a:prstGeom>
          <a:noFill/>
          <a:ln w="9525">
            <a:noFill/>
            <a:miter lim="800000"/>
            <a:headEnd/>
            <a:tailEnd/>
          </a:ln>
        </p:spPr>
      </p:pic>
      <p:sp>
        <p:nvSpPr>
          <p:cNvPr id="6" name="Slide Number Placeholder 5"/>
          <p:cNvSpPr>
            <a:spLocks noGrp="1"/>
          </p:cNvSpPr>
          <p:nvPr>
            <p:ph type="sldNum" sz="quarter" idx="4"/>
          </p:nvPr>
        </p:nvSpPr>
        <p:spPr>
          <a:xfrm>
            <a:off x="8162927" y="4808955"/>
            <a:ext cx="866775" cy="334565"/>
          </a:xfrm>
          <a:prstGeom prst="rect">
            <a:avLst/>
          </a:prstGeom>
        </p:spPr>
        <p:txBody>
          <a:bodyPr vert="horz" wrap="square" lIns="68550" tIns="34289" rIns="68550" bIns="34289" numCol="1" anchor="ctr" anchorCtr="0" compatLnSpc="1"/>
          <a:lstStyle>
            <a:lvl1pPr algn="r" eaLnBrk="1" hangingPunct="1">
              <a:defRPr sz="1100">
                <a:effectLst>
                  <a:outerShdw blurRad="38100" dist="38100" dir="2700000" algn="tl">
                    <a:srgbClr val="C0C0C0"/>
                  </a:outerShdw>
                </a:effectLst>
                <a:latin typeface="微软雅黑" panose="020B0503020204020204" pitchFamily="34" charset="-122"/>
              </a:defRPr>
            </a:lvl1pPr>
          </a:lstStyle>
          <a:p>
            <a:pPr defTabSz="913765" fontAlgn="base">
              <a:spcBef>
                <a:spcPct val="0"/>
              </a:spcBef>
              <a:spcAft>
                <a:spcPct val="0"/>
              </a:spcAft>
            </a:pPr>
            <a:fld id="{5F177998-3C57-47D9-AC27-0A230E30C9DE}" type="slidenum">
              <a:rPr lang="zh-CN" altLang="en-US" smtClean="0">
                <a:solidFill>
                  <a:prstClr val="black"/>
                </a:solidFill>
              </a:rPr>
            </a:fld>
            <a:endParaRPr lang="zh-CN" altLang="en-US">
              <a:solidFill>
                <a:prstClr val="black"/>
              </a:solidFill>
            </a:endParaRPr>
          </a:p>
        </p:txBody>
      </p:sp>
      <p:cxnSp>
        <p:nvCxnSpPr>
          <p:cNvPr id="8" name="直接连接符 7"/>
          <p:cNvCxnSpPr/>
          <p:nvPr/>
        </p:nvCxnSpPr>
        <p:spPr bwMode="auto">
          <a:xfrm flipV="1">
            <a:off x="0" y="708422"/>
            <a:ext cx="7608094" cy="8334"/>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029" name="Picture 16"/>
          <p:cNvPicPr>
            <a:picLocks noChangeAspect="1" noChangeArrowheads="1"/>
          </p:cNvPicPr>
          <p:nvPr/>
        </p:nvPicPr>
        <p:blipFill>
          <a:blip r:embed="rId12" cstate="print"/>
          <a:srcRect/>
          <a:stretch>
            <a:fillRect/>
          </a:stretch>
        </p:blipFill>
        <p:spPr bwMode="auto">
          <a:xfrm>
            <a:off x="0" y="2"/>
            <a:ext cx="703660" cy="695325"/>
          </a:xfrm>
          <a:prstGeom prst="rect">
            <a:avLst/>
          </a:prstGeom>
          <a:noFill/>
          <a:ln w="9525">
            <a:noFill/>
            <a:miter lim="800000"/>
            <a:headEnd/>
            <a:tailEnd/>
          </a:ln>
        </p:spPr>
      </p:pic>
      <p:sp>
        <p:nvSpPr>
          <p:cNvPr id="1030" name="Title Placeholder 1"/>
          <p:cNvSpPr>
            <a:spLocks noGrp="1"/>
          </p:cNvSpPr>
          <p:nvPr>
            <p:ph type="title"/>
          </p:nvPr>
        </p:nvSpPr>
        <p:spPr bwMode="auto">
          <a:xfrm>
            <a:off x="628650" y="140498"/>
            <a:ext cx="6800850" cy="473869"/>
          </a:xfrm>
          <a:prstGeom prst="rect">
            <a:avLst/>
          </a:prstGeom>
          <a:noFill/>
          <a:ln w="9525">
            <a:noFill/>
            <a:miter lim="800000"/>
          </a:ln>
        </p:spPr>
        <p:txBody>
          <a:bodyPr vert="horz" wrap="square" lIns="68550" tIns="34289" rIns="68550" bIns="34289" numCol="1" anchor="ctr" anchorCtr="0" compatLnSpc="1"/>
          <a:lstStyle/>
          <a:p>
            <a:pPr lvl="0"/>
            <a:r>
              <a:rPr lang="zh-CN" altLang="en-US"/>
              <a:t>单击此处编辑母版标题样式</a:t>
            </a:r>
            <a:endParaRPr lang="en-US"/>
          </a:p>
        </p:txBody>
      </p:sp>
      <p:sp>
        <p:nvSpPr>
          <p:cNvPr id="1031" name="Text Placeholder 2"/>
          <p:cNvSpPr>
            <a:spLocks noGrp="1"/>
          </p:cNvSpPr>
          <p:nvPr>
            <p:ph type="body" idx="1"/>
          </p:nvPr>
        </p:nvSpPr>
        <p:spPr bwMode="auto">
          <a:xfrm>
            <a:off x="244080" y="807244"/>
            <a:ext cx="8655844" cy="4001691"/>
          </a:xfrm>
          <a:prstGeom prst="rect">
            <a:avLst/>
          </a:prstGeom>
          <a:noFill/>
          <a:ln w="19050">
            <a:solidFill>
              <a:srgbClr val="C00000"/>
            </a:solidFill>
            <a:miter lim="800000"/>
          </a:ln>
        </p:spPr>
        <p:txBody>
          <a:bodyPr vert="horz" wrap="square" lIns="0" tIns="0" rIns="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cxnSp>
        <p:nvCxnSpPr>
          <p:cNvPr id="15" name="直接连接符 14"/>
          <p:cNvCxnSpPr/>
          <p:nvPr/>
        </p:nvCxnSpPr>
        <p:spPr bwMode="auto">
          <a:xfrm>
            <a:off x="8622507" y="708422"/>
            <a:ext cx="521494"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033" name="图片 18"/>
          <p:cNvPicPr>
            <a:picLocks noChangeAspect="1"/>
          </p:cNvPicPr>
          <p:nvPr/>
        </p:nvPicPr>
        <p:blipFill>
          <a:blip r:embed="rId13" cstate="print"/>
          <a:srcRect/>
          <a:stretch>
            <a:fillRect/>
          </a:stretch>
        </p:blipFill>
        <p:spPr bwMode="auto">
          <a:xfrm>
            <a:off x="7646213" y="71437"/>
            <a:ext cx="976313" cy="672704"/>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hf hdr="0" ftr="0" dt="0"/>
  <p:txStyles>
    <p:titleStyle>
      <a:lvl1pPr algn="l" rtl="0" fontAlgn="base">
        <a:lnSpc>
          <a:spcPct val="90000"/>
        </a:lnSpc>
        <a:spcBef>
          <a:spcPct val="0"/>
        </a:spcBef>
        <a:spcAft>
          <a:spcPct val="0"/>
        </a:spcAft>
        <a:defRPr lang="zh-CN" altLang="en-US" sz="2300" b="1" kern="1200" dirty="0">
          <a:solidFill>
            <a:schemeClr val="tx1"/>
          </a:solidFill>
          <a:latin typeface="+mj-ea"/>
          <a:ea typeface="+mj-ea"/>
          <a:cs typeface="+mj-cs"/>
        </a:defRPr>
      </a:lvl1pPr>
      <a:lvl2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2pPr>
      <a:lvl3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3pPr>
      <a:lvl4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4pPr>
      <a:lvl5pPr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5pPr>
      <a:lvl6pPr marL="342900"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6pPr>
      <a:lvl7pPr marL="685165"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7pPr>
      <a:lvl8pPr marL="1028065"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8pPr>
      <a:lvl9pPr marL="1370965" algn="l" rtl="0" fontAlgn="base">
        <a:lnSpc>
          <a:spcPct val="90000"/>
        </a:lnSpc>
        <a:spcBef>
          <a:spcPct val="0"/>
        </a:spcBef>
        <a:spcAft>
          <a:spcPct val="0"/>
        </a:spcAft>
        <a:defRPr sz="2300" b="1">
          <a:solidFill>
            <a:schemeClr val="tx1"/>
          </a:solidFill>
          <a:latin typeface="微软雅黑" panose="020B0503020204020204" pitchFamily="34" charset="-122"/>
          <a:ea typeface="微软雅黑" panose="020B0503020204020204" pitchFamily="34" charset="-122"/>
        </a:defRPr>
      </a:lvl9pPr>
    </p:titleStyle>
    <p:bodyStyle>
      <a:lvl1pPr marL="171450" indent="171450" algn="l" rtl="0" fontAlgn="base">
        <a:lnSpc>
          <a:spcPct val="150000"/>
        </a:lnSpc>
        <a:spcBef>
          <a:spcPts val="750"/>
        </a:spcBef>
        <a:spcAft>
          <a:spcPct val="0"/>
        </a:spcAft>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rtl="0" fontAlgn="base">
        <a:lnSpc>
          <a:spcPct val="150000"/>
        </a:lnSpc>
        <a:spcBef>
          <a:spcPts val="375"/>
        </a:spcBef>
        <a:spcAft>
          <a:spcPct val="0"/>
        </a:spcAft>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rtl="0" fontAlgn="base">
        <a:lnSpc>
          <a:spcPct val="150000"/>
        </a:lnSpc>
        <a:spcBef>
          <a:spcPts val="375"/>
        </a:spcBef>
        <a:spcAft>
          <a:spcPct val="0"/>
        </a:spcAft>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rtl="0" fontAlgn="base">
        <a:lnSpc>
          <a:spcPct val="150000"/>
        </a:lnSpc>
        <a:spcBef>
          <a:spcPts val="375"/>
        </a:spcBef>
        <a:spcAft>
          <a:spcPct val="0"/>
        </a:spcAft>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rtl="0" fontAlgn="base">
        <a:lnSpc>
          <a:spcPct val="150000"/>
        </a:lnSpc>
        <a:spcBef>
          <a:spcPts val="375"/>
        </a:spcBef>
        <a:spcAft>
          <a:spcPct val="0"/>
        </a:spcAft>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75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165"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130"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10">
            <a:extLst>
              <a:ext uri="{28A0092B-C50C-407E-A947-70E740481C1C}">
                <a14:useLocalDpi xmlns:a14="http://schemas.microsoft.com/office/drawing/2010/main" val="0"/>
              </a:ext>
            </a:extLst>
          </a:blip>
          <a:stretch>
            <a:fillRect/>
          </a:stretch>
        </p:blipFill>
        <p:spPr bwMode="auto">
          <a:xfrm>
            <a:off x="8125187" y="3964802"/>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53" tIns="34289" rIns="68553"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53" tIns="34289" rIns="68553"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75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8125187" y="3964800"/>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56" tIns="34289" rIns="68556"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56" tIns="34289" rIns="68556"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6615"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04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38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8125187" y="3964795"/>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64" tIns="34289" rIns="68564"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64" tIns="34289" rIns="68564"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199515"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8125187" y="3964791"/>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70" tIns="34289" rIns="68570"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70" tIns="34289" rIns="68570"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3050"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1600" algn="l" defTabSz="685165" rtl="0" eaLnBrk="1" latinLnBrk="0" hangingPunct="1">
        <a:defRPr sz="1400" kern="1200">
          <a:solidFill>
            <a:schemeClr val="tx1"/>
          </a:solidFill>
          <a:latin typeface="+mn-lt"/>
          <a:ea typeface="+mn-ea"/>
          <a:cs typeface="+mn-cs"/>
        </a:defRPr>
      </a:lvl5pPr>
      <a:lvl6pPr marL="1714500"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8125185" y="3964784"/>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80" tIns="34290" rIns="68580" bIns="34290"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800"/>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0" y="391"/>
            <a:ext cx="703847" cy="694587"/>
          </a:xfrm>
          <a:prstGeom prst="rect">
            <a:avLst/>
          </a:prstGeom>
          <a:noFill/>
          <a:ln>
            <a:noFill/>
          </a:ln>
        </p:spPr>
      </p:pic>
      <p:sp>
        <p:nvSpPr>
          <p:cNvPr id="2" name="Title Placeholder 1"/>
          <p:cNvSpPr>
            <a:spLocks noGrp="1"/>
          </p:cNvSpPr>
          <p:nvPr>
            <p:ph type="title"/>
          </p:nvPr>
        </p:nvSpPr>
        <p:spPr>
          <a:xfrm>
            <a:off x="628652" y="140917"/>
            <a:ext cx="6801317" cy="473447"/>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0"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3"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46726"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Lst>
  <p:hf hdr="0" ftr="0" dt="0"/>
  <p:txStyles>
    <p:titleStyle>
      <a:lvl1pPr algn="l" defTabSz="685800"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800"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800"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800"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800"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3050" indent="171450" algn="l" defTabSz="685800"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8125187" y="3964794"/>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65" tIns="34289" rIns="68565"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3" y="391"/>
            <a:ext cx="703847" cy="694587"/>
          </a:xfrm>
          <a:prstGeom prst="rect">
            <a:avLst/>
          </a:prstGeom>
          <a:noFill/>
          <a:ln>
            <a:noFill/>
          </a:ln>
        </p:spPr>
      </p:pic>
      <p:sp>
        <p:nvSpPr>
          <p:cNvPr id="2" name="Title Placeholder 1"/>
          <p:cNvSpPr>
            <a:spLocks noGrp="1"/>
          </p:cNvSpPr>
          <p:nvPr>
            <p:ph type="title"/>
          </p:nvPr>
        </p:nvSpPr>
        <p:spPr>
          <a:xfrm>
            <a:off x="628653" y="140922"/>
            <a:ext cx="6801317" cy="473447"/>
          </a:xfrm>
          <a:prstGeom prst="rect">
            <a:avLst/>
          </a:prstGeom>
        </p:spPr>
        <p:txBody>
          <a:bodyPr vert="horz" lIns="68565" tIns="34289" rIns="68565"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8125186" y="3964785"/>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79" tIns="34289" rIns="68579"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FFCA5CC9-9C0F-424D-A6A2-0137DDC45420}" type="slidenum">
              <a:rPr lang="zh-CN" altLang="en-US" smtClean="0">
                <a:solidFill>
                  <a:prstClr val="black"/>
                </a:solidFill>
                <a:effectLst>
                  <a:outerShdw blurRad="38100" dist="19050" dir="2700000" algn="tl" rotWithShape="0">
                    <a:prstClr val="black">
                      <a:alpha val="40000"/>
                    </a:prstClr>
                  </a:outerShdw>
                </a:effectLst>
              </a:rPr>
            </a:fld>
            <a:endParaRPr lang="zh-CN" altLang="en-US" dirty="0">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1" y="391"/>
            <a:ext cx="703847" cy="694587"/>
          </a:xfrm>
          <a:prstGeom prst="rect">
            <a:avLst/>
          </a:prstGeom>
          <a:noFill/>
          <a:ln>
            <a:noFill/>
          </a:ln>
        </p:spPr>
      </p:pic>
      <p:sp>
        <p:nvSpPr>
          <p:cNvPr id="2" name="Title Placeholder 1"/>
          <p:cNvSpPr>
            <a:spLocks noGrp="1"/>
          </p:cNvSpPr>
          <p:nvPr>
            <p:ph type="title"/>
          </p:nvPr>
        </p:nvSpPr>
        <p:spPr>
          <a:xfrm>
            <a:off x="628653" y="140918"/>
            <a:ext cx="6801317" cy="473447"/>
          </a:xfrm>
          <a:prstGeom prst="rect">
            <a:avLst/>
          </a:prstGeom>
        </p:spPr>
        <p:txBody>
          <a:bodyPr vert="horz" lIns="68579" tIns="34289" rIns="68579"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1"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4"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46727" y="71403"/>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Lst>
  <p:hf hdr="0" ftr="0" dt="0"/>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3050"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1600" algn="l" defTabSz="685165" rtl="0" eaLnBrk="1" latinLnBrk="0" hangingPunct="1">
        <a:defRPr sz="1400" kern="1200">
          <a:solidFill>
            <a:schemeClr val="tx1"/>
          </a:solidFill>
          <a:latin typeface="+mn-lt"/>
          <a:ea typeface="+mn-ea"/>
          <a:cs typeface="+mn-cs"/>
        </a:defRPr>
      </a:lvl5pPr>
      <a:lvl6pPr marL="1714500" algn="l" defTabSz="685165" rtl="0" eaLnBrk="1" latinLnBrk="0" hangingPunct="1">
        <a:defRPr sz="1400" kern="1200">
          <a:solidFill>
            <a:schemeClr val="tx1"/>
          </a:solidFill>
          <a:latin typeface="+mn-lt"/>
          <a:ea typeface="+mn-ea"/>
          <a:cs typeface="+mn-cs"/>
        </a:defRPr>
      </a:lvl6pPr>
      <a:lvl7pPr marL="2057400" algn="l" defTabSz="685165" rtl="0" eaLnBrk="1" latinLnBrk="0" hangingPunct="1">
        <a:defRPr sz="1400" kern="1200">
          <a:solidFill>
            <a:schemeClr val="tx1"/>
          </a:solidFill>
          <a:latin typeface="+mn-lt"/>
          <a:ea typeface="+mn-ea"/>
          <a:cs typeface="+mn-cs"/>
        </a:defRPr>
      </a:lvl7pPr>
      <a:lvl8pPr marL="2400300" algn="l" defTabSz="685165" rtl="0" eaLnBrk="1" latinLnBrk="0" hangingPunct="1">
        <a:defRPr sz="1400" kern="1200">
          <a:solidFill>
            <a:schemeClr val="tx1"/>
          </a:solidFill>
          <a:latin typeface="+mn-lt"/>
          <a:ea typeface="+mn-ea"/>
          <a:cs typeface="+mn-cs"/>
        </a:defRPr>
      </a:lvl8pPr>
      <a:lvl9pPr marL="2743200" algn="l" defTabSz="685165" rtl="0" eaLnBrk="1" latinLnBrk="0" hangingPunct="1">
        <a:defRPr sz="14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12">
            <a:extLst>
              <a:ext uri="{28A0092B-C50C-407E-A947-70E740481C1C}">
                <a14:useLocalDpi xmlns:a14="http://schemas.microsoft.com/office/drawing/2010/main" val="0"/>
              </a:ext>
            </a:extLst>
          </a:blip>
          <a:stretch>
            <a:fillRect/>
          </a:stretch>
        </p:blipFill>
        <p:spPr bwMode="auto">
          <a:xfrm>
            <a:off x="8125187" y="3964797"/>
            <a:ext cx="1018815" cy="1178719"/>
          </a:xfrm>
          <a:prstGeom prst="rect">
            <a:avLst/>
          </a:prstGeom>
          <a:noFill/>
          <a:ln>
            <a:noFill/>
          </a:ln>
        </p:spPr>
      </p:pic>
      <p:sp>
        <p:nvSpPr>
          <p:cNvPr id="6" name="Slide Number Placeholder 5"/>
          <p:cNvSpPr>
            <a:spLocks noGrp="1"/>
          </p:cNvSpPr>
          <p:nvPr>
            <p:ph type="sldNum" sz="quarter" idx="4"/>
          </p:nvPr>
        </p:nvSpPr>
        <p:spPr>
          <a:xfrm>
            <a:off x="8162365" y="4808662"/>
            <a:ext cx="866802" cy="334838"/>
          </a:xfrm>
          <a:prstGeom prst="rect">
            <a:avLst/>
          </a:prstGeom>
        </p:spPr>
        <p:txBody>
          <a:bodyPr vert="horz" lIns="68565" tIns="34289" rIns="68565" bIns="34289" rtlCol="0" anchor="ctr"/>
          <a:lstStyle>
            <a:lvl1pPr algn="r">
              <a:defRPr sz="1100" b="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defTabSz="685165"/>
            <a:fld id="{0C913308-F349-4B6D-A68A-DD1791B4A57B}" type="slidenum">
              <a:rPr lang="zh-CN" altLang="en-US" smtClean="0">
                <a:solidFill>
                  <a:prstClr val="black"/>
                </a:solidFill>
                <a:effectLst>
                  <a:outerShdw blurRad="38100" dist="19050" dir="2700000" algn="tl" rotWithShape="0">
                    <a:prstClr val="black">
                      <a:alpha val="40000"/>
                    </a:prstClr>
                  </a:outerShdw>
                </a:effectLst>
              </a:rPr>
            </a:fld>
            <a:endParaRPr lang="zh-CN" altLang="en-US">
              <a:solidFill>
                <a:prstClr val="black"/>
              </a:solidFill>
              <a:effectLst>
                <a:outerShdw blurRad="38100" dist="19050" dir="2700000" algn="tl" rotWithShape="0">
                  <a:prstClr val="black">
                    <a:alpha val="40000"/>
                  </a:prstClr>
                </a:outerShdw>
              </a:effectLst>
            </a:endParaRPr>
          </a:p>
        </p:txBody>
      </p:sp>
      <p:cxnSp>
        <p:nvCxnSpPr>
          <p:cNvPr id="8" name="直接连接符 7"/>
          <p:cNvCxnSpPr/>
          <p:nvPr/>
        </p:nvCxnSpPr>
        <p:spPr bwMode="auto">
          <a:xfrm flipV="1">
            <a:off x="0" y="708286"/>
            <a:ext cx="7608094" cy="8472"/>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9" name="Picture 16"/>
          <p:cNvPicPr>
            <a:picLocks noChangeAspect="1" noChangeArrowheads="1"/>
          </p:cNvPicPr>
          <p:nvPr/>
        </p:nvPicPr>
        <p:blipFill>
          <a:blip r:embed="rId13">
            <a:extLst>
              <a:ext uri="{28A0092B-C50C-407E-A947-70E740481C1C}">
                <a14:useLocalDpi xmlns:a14="http://schemas.microsoft.com/office/drawing/2010/main" val="0"/>
              </a:ext>
            </a:extLst>
          </a:blip>
          <a:stretch>
            <a:fillRect/>
          </a:stretch>
        </p:blipFill>
        <p:spPr bwMode="auto">
          <a:xfrm>
            <a:off x="12" y="392"/>
            <a:ext cx="703847" cy="694587"/>
          </a:xfrm>
          <a:prstGeom prst="rect">
            <a:avLst/>
          </a:prstGeom>
          <a:noFill/>
          <a:ln>
            <a:noFill/>
          </a:ln>
        </p:spPr>
      </p:pic>
      <p:sp>
        <p:nvSpPr>
          <p:cNvPr id="2" name="Title Placeholder 1"/>
          <p:cNvSpPr>
            <a:spLocks noGrp="1"/>
          </p:cNvSpPr>
          <p:nvPr>
            <p:ph type="title"/>
          </p:nvPr>
        </p:nvSpPr>
        <p:spPr>
          <a:xfrm>
            <a:off x="628662" y="140927"/>
            <a:ext cx="6801317" cy="473447"/>
          </a:xfrm>
          <a:prstGeom prst="rect">
            <a:avLst/>
          </a:prstGeom>
        </p:spPr>
        <p:txBody>
          <a:bodyPr vert="horz" lIns="68565" tIns="34289" rIns="68565" bIns="34289"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43644" y="806824"/>
            <a:ext cx="8656719" cy="4001840"/>
          </a:xfrm>
          <a:prstGeom prst="rect">
            <a:avLst/>
          </a:prstGeom>
          <a:ln w="19050">
            <a:solidFill>
              <a:srgbClr val="C00000"/>
            </a:solidFill>
            <a:prstDash val="solid"/>
          </a:ln>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15" name="直接连接符 14"/>
          <p:cNvCxnSpPr/>
          <p:nvPr/>
        </p:nvCxnSpPr>
        <p:spPr bwMode="auto">
          <a:xfrm>
            <a:off x="8622715" y="708424"/>
            <a:ext cx="521288" cy="0"/>
          </a:xfrm>
          <a:prstGeom prst="line">
            <a:avLst/>
          </a:prstGeom>
          <a:ln w="19050">
            <a:solidFill>
              <a:srgbClr val="C00000"/>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pic>
        <p:nvPicPr>
          <p:cNvPr id="19" name="图片 18"/>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646727" y="71412"/>
            <a:ext cx="975988" cy="672143"/>
          </a:xfrm>
          <a:prstGeom prst="rect">
            <a:avLst/>
          </a:prstGeom>
        </p:spPr>
      </p:pic>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685165" rtl="0" eaLnBrk="1" latinLnBrk="0" hangingPunct="1">
        <a:lnSpc>
          <a:spcPct val="90000"/>
        </a:lnSpc>
        <a:spcBef>
          <a:spcPct val="0"/>
        </a:spcBef>
        <a:buNone/>
        <a:defRPr kumimoji="0" lang="zh-CN" altLang="en-US" sz="2300" b="1" i="0" u="none" strike="noStrike" kern="1200" cap="none" spc="0" normalizeH="0" baseline="0" dirty="0" smtClean="0">
          <a:ln>
            <a:noFill/>
          </a:ln>
          <a:solidFill>
            <a:schemeClr val="tx1"/>
          </a:solidFill>
          <a:effectLst/>
          <a:uLnTx/>
          <a:uFillTx/>
          <a:latin typeface="+mj-ea"/>
          <a:ea typeface="+mj-ea"/>
          <a:cs typeface="+mj-cs"/>
        </a:defRPr>
      </a:lvl1pPr>
    </p:titleStyle>
    <p:bodyStyle>
      <a:lvl1pPr marL="171450" indent="171450" algn="l" defTabSz="685165" rtl="0" eaLnBrk="1" latinLnBrk="0" hangingPunct="1">
        <a:lnSpc>
          <a:spcPct val="150000"/>
        </a:lnSpc>
        <a:spcBef>
          <a:spcPts val="750"/>
        </a:spcBef>
        <a:buClr>
          <a:srgbClr val="C00000"/>
        </a:buClr>
        <a:buFont typeface="Wingdings" panose="05000000000000000000" pitchFamily="2" charset="2"/>
        <a:buChar char="p"/>
        <a:defRPr sz="1200" kern="1200">
          <a:solidFill>
            <a:schemeClr val="tx1"/>
          </a:solidFill>
          <a:latin typeface="+mn-ea"/>
          <a:ea typeface="+mn-ea"/>
          <a:cs typeface="+mn-cs"/>
        </a:defRPr>
      </a:lvl1pPr>
      <a:lvl2pPr marL="514350" indent="171450" algn="l" defTabSz="685165" rtl="0" eaLnBrk="1" latinLnBrk="0" hangingPunct="1">
        <a:lnSpc>
          <a:spcPct val="150000"/>
        </a:lnSpc>
        <a:spcBef>
          <a:spcPts val="375"/>
        </a:spcBef>
        <a:buClr>
          <a:srgbClr val="C00000"/>
        </a:buClr>
        <a:buFont typeface="Wingdings" panose="05000000000000000000" pitchFamily="2" charset="2"/>
        <a:buChar char="l"/>
        <a:defRPr sz="1100" kern="1200">
          <a:solidFill>
            <a:schemeClr val="tx1"/>
          </a:solidFill>
          <a:latin typeface="+mn-ea"/>
          <a:ea typeface="+mn-ea"/>
          <a:cs typeface="+mn-cs"/>
        </a:defRPr>
      </a:lvl2pPr>
      <a:lvl3pPr marL="857250" indent="171450" algn="l" defTabSz="685165" rtl="0" eaLnBrk="1" latinLnBrk="0" hangingPunct="1">
        <a:lnSpc>
          <a:spcPct val="150000"/>
        </a:lnSpc>
        <a:spcBef>
          <a:spcPts val="375"/>
        </a:spcBef>
        <a:buClr>
          <a:srgbClr val="C00000"/>
        </a:buClr>
        <a:buFont typeface="Wingdings" panose="05000000000000000000" pitchFamily="2" charset="2"/>
        <a:buChar char="ü"/>
        <a:defRPr sz="900" kern="1200">
          <a:solidFill>
            <a:schemeClr val="tx1"/>
          </a:solidFill>
          <a:latin typeface="+mn-ea"/>
          <a:ea typeface="+mn-ea"/>
          <a:cs typeface="+mn-cs"/>
        </a:defRPr>
      </a:lvl3pPr>
      <a:lvl4pPr marL="1200150" indent="171450" algn="l" defTabSz="685165" rtl="0" eaLnBrk="1" latinLnBrk="0" hangingPunct="1">
        <a:lnSpc>
          <a:spcPct val="150000"/>
        </a:lnSpc>
        <a:spcBef>
          <a:spcPts val="375"/>
        </a:spcBef>
        <a:buClr>
          <a:srgbClr val="C00000"/>
        </a:buClr>
        <a:buFont typeface="Wingdings" panose="05000000000000000000" pitchFamily="2" charset="2"/>
        <a:buChar char="Ø"/>
        <a:defRPr sz="800" kern="1200">
          <a:solidFill>
            <a:schemeClr val="tx1"/>
          </a:solidFill>
          <a:latin typeface="+mn-ea"/>
          <a:ea typeface="+mn-ea"/>
          <a:cs typeface="+mn-cs"/>
        </a:defRPr>
      </a:lvl4pPr>
      <a:lvl5pPr marL="1542415" indent="171450" algn="l" defTabSz="685165" rtl="0" eaLnBrk="1" latinLnBrk="0" hangingPunct="1">
        <a:lnSpc>
          <a:spcPct val="150000"/>
        </a:lnSpc>
        <a:spcBef>
          <a:spcPts val="375"/>
        </a:spcBef>
        <a:buClr>
          <a:srgbClr val="C00000"/>
        </a:buClr>
        <a:buFont typeface="Wingdings" panose="05000000000000000000" pitchFamily="2" charset="2"/>
        <a:buChar char="u"/>
        <a:defRPr sz="800" kern="1200">
          <a:solidFill>
            <a:schemeClr val="tx1"/>
          </a:solidFill>
          <a:latin typeface="+mn-ea"/>
          <a:ea typeface="+mn-ea"/>
          <a:cs typeface="+mn-cs"/>
        </a:defRPr>
      </a:lvl5pPr>
      <a:lvl6pPr marL="18853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1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015" indent="-171450" algn="l" defTabSz="685165"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700"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665" algn="l" defTabSz="685165" rtl="0" eaLnBrk="1" latinLnBrk="0" hangingPunct="1">
        <a:defRPr sz="1400" kern="1200">
          <a:solidFill>
            <a:schemeClr val="tx1"/>
          </a:solidFill>
          <a:latin typeface="+mn-lt"/>
          <a:ea typeface="+mn-ea"/>
          <a:cs typeface="+mn-cs"/>
        </a:defRPr>
      </a:lvl8pPr>
      <a:lvl9pPr marL="2742565" algn="l" defTabSz="685165"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5.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image" Target="../media/image12.png"/><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2" Type="http://schemas.openxmlformats.org/officeDocument/2006/relationships/notesSlide" Target="../notesSlides/notesSlide3.xml"/><Relationship Id="rId11" Type="http://schemas.openxmlformats.org/officeDocument/2006/relationships/slideLayout" Target="../slideLayouts/slideLayout15.xml"/><Relationship Id="rId10" Type="http://schemas.openxmlformats.org/officeDocument/2006/relationships/image" Target="../media/image14.png"/><Relationship Id="rId1" Type="http://schemas.openxmlformats.org/officeDocument/2006/relationships/tags" Target="../tags/tag1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5.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5.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5.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tags" Target="../tags/tag27.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5.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tags" Target="../tags/tag28.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5.xml"/><Relationship Id="rId4" Type="http://schemas.openxmlformats.org/officeDocument/2006/relationships/image" Target="../media/image26.jpeg"/><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5.xml"/><Relationship Id="rId2" Type="http://schemas.openxmlformats.org/officeDocument/2006/relationships/image" Target="../media/image27.jpeg"/><Relationship Id="rId1" Type="http://schemas.openxmlformats.org/officeDocument/2006/relationships/tags" Target="../tags/tag30.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5.xml"/><Relationship Id="rId2" Type="http://schemas.openxmlformats.org/officeDocument/2006/relationships/tags" Target="../tags/tag32.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5.xml"/><Relationship Id="rId2" Type="http://schemas.openxmlformats.org/officeDocument/2006/relationships/image" Target="../media/image28.jpeg"/><Relationship Id="rId1" Type="http://schemas.openxmlformats.org/officeDocument/2006/relationships/tags" Target="../tags/tag33.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5.xml"/><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tags" Target="../tags/tag34.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5.xml"/><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tags" Target="../tags/tag35.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5.xml"/><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tags" Target="../tags/tag36.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5.xml"/><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tags" Target="../tags/tag37.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5.xml"/><Relationship Id="rId2" Type="http://schemas.openxmlformats.org/officeDocument/2006/relationships/image" Target="../media/image38.jpeg"/><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5.xml"/><Relationship Id="rId2" Type="http://schemas.openxmlformats.org/officeDocument/2006/relationships/image" Target="../media/image39.jpeg"/><Relationship Id="rId1" Type="http://schemas.openxmlformats.org/officeDocument/2006/relationships/tags" Target="../tags/tag39.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5.xml"/><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tags" Target="../tags/tag40.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5.xml"/><Relationship Id="rId2" Type="http://schemas.openxmlformats.org/officeDocument/2006/relationships/image" Target="../media/image42.jpeg"/><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5.xml"/><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tags" Target="../tags/tag4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5.xml"/><Relationship Id="rId2" Type="http://schemas.openxmlformats.org/officeDocument/2006/relationships/image" Target="../media/image45.jpeg"/><Relationship Id="rId1" Type="http://schemas.openxmlformats.org/officeDocument/2006/relationships/tags" Target="../tags/tag43.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5.xml"/><Relationship Id="rId4" Type="http://schemas.openxmlformats.org/officeDocument/2006/relationships/image" Target="../media/image48.jpeg"/><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tags" Target="../tags/tag44.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5.xml"/><Relationship Id="rId4" Type="http://schemas.openxmlformats.org/officeDocument/2006/relationships/image" Target="../media/image51.jpeg"/><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tags" Target="../tags/tag45.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5.xml"/><Relationship Id="rId2" Type="http://schemas.openxmlformats.org/officeDocument/2006/relationships/tags" Target="../tags/tag47.xml"/><Relationship Id="rId1" Type="http://schemas.openxmlformats.org/officeDocument/2006/relationships/tags" Target="../tags/tag46.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15.xml"/><Relationship Id="rId5" Type="http://schemas.openxmlformats.org/officeDocument/2006/relationships/image" Target="../media/image55.jpeg"/><Relationship Id="rId4" Type="http://schemas.openxmlformats.org/officeDocument/2006/relationships/image" Target="../media/image54.jpeg"/><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tags" Target="../tags/tag48.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5.xml"/><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tags" Target="../tags/tag49.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5.xml"/><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tags" Target="../tags/tag50.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5.xml"/><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tags" Target="../tags/tag51.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5.xml"/><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tags" Target="../tags/tag5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5.xml"/><Relationship Id="rId1" Type="http://schemas.openxmlformats.org/officeDocument/2006/relationships/tags" Target="../tags/tag53.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5.xml"/><Relationship Id="rId2" Type="http://schemas.openxmlformats.org/officeDocument/2006/relationships/image" Target="../media/image63.jpeg"/><Relationship Id="rId1" Type="http://schemas.openxmlformats.org/officeDocument/2006/relationships/tags" Target="../tags/tag54.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5.xml"/><Relationship Id="rId2" Type="http://schemas.openxmlformats.org/officeDocument/2006/relationships/image" Target="../media/image64.jpeg"/><Relationship Id="rId1" Type="http://schemas.openxmlformats.org/officeDocument/2006/relationships/tags" Target="../tags/tag55.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5.xml"/><Relationship Id="rId2" Type="http://schemas.openxmlformats.org/officeDocument/2006/relationships/image" Target="../media/image65.jpeg"/><Relationship Id="rId1" Type="http://schemas.openxmlformats.org/officeDocument/2006/relationships/tags" Target="../tags/tag56.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5.xml"/><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tags" Target="../tags/tag5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tags" Target="../tags/tag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ctrTitle"/>
          </p:nvPr>
        </p:nvSpPr>
        <p:spPr>
          <a:xfrm>
            <a:off x="359928" y="1275606"/>
            <a:ext cx="8426921" cy="2232248"/>
          </a:xfrm>
        </p:spPr>
        <p:txBody>
          <a:bodyPr/>
          <a:lstStyle/>
          <a:p>
            <a:pPr marL="361950" algn="ctr">
              <a:lnSpc>
                <a:spcPct val="130000"/>
              </a:lnSpc>
            </a:pPr>
            <a:r>
              <a:rPr lang="zh-CN" altLang="en-US" sz="3200" dirty="0">
                <a:solidFill>
                  <a:schemeClr val="bg1"/>
                </a:solidFill>
                <a:sym typeface="Arial" panose="020B0604020202020204"/>
              </a:rPr>
              <a:t>华为云</a:t>
            </a:r>
            <a:r>
              <a:rPr lang="en-US" altLang="zh-CN" sz="3200" dirty="0">
                <a:solidFill>
                  <a:schemeClr val="bg1"/>
                </a:solidFill>
                <a:sym typeface="Arial" panose="020B0604020202020204"/>
              </a:rPr>
              <a:t>CSS-&gt;</a:t>
            </a:r>
            <a:r>
              <a:rPr lang="zh-CN" altLang="en-US" sz="3200" dirty="0">
                <a:solidFill>
                  <a:schemeClr val="bg1"/>
                </a:solidFill>
                <a:sym typeface="Arial" panose="020B0604020202020204"/>
              </a:rPr>
              <a:t>联通云</a:t>
            </a:r>
            <a:r>
              <a:rPr lang="en-US" altLang="zh-CN" sz="3200" dirty="0">
                <a:solidFill>
                  <a:schemeClr val="bg1"/>
                </a:solidFill>
                <a:sym typeface="Arial" panose="020B0604020202020204"/>
              </a:rPr>
              <a:t>ES(</a:t>
            </a:r>
            <a:r>
              <a:rPr lang="zh-CN" altLang="en-US" sz="3200" dirty="0">
                <a:solidFill>
                  <a:schemeClr val="bg1"/>
                </a:solidFill>
                <a:sym typeface="Arial" panose="020B0604020202020204"/>
              </a:rPr>
              <a:t>云产品</a:t>
            </a:r>
            <a:r>
              <a:rPr lang="en-US" altLang="zh-CN" sz="3200" dirty="0">
                <a:solidFill>
                  <a:schemeClr val="bg1"/>
                </a:solidFill>
                <a:sym typeface="Arial" panose="020B0604020202020204"/>
              </a:rPr>
              <a:t>)</a:t>
            </a:r>
            <a:endParaRPr lang="en-US" altLang="zh-CN" sz="3200" dirty="0">
              <a:solidFill>
                <a:schemeClr val="bg1"/>
              </a:solidFill>
              <a:sym typeface="Arial" panose="020B0604020202020204"/>
            </a:endParaRPr>
          </a:p>
        </p:txBody>
      </p:sp>
      <p:sp>
        <p:nvSpPr>
          <p:cNvPr id="6" name="副标题 2"/>
          <p:cNvSpPr txBox="1"/>
          <p:nvPr/>
        </p:nvSpPr>
        <p:spPr>
          <a:xfrm>
            <a:off x="1382940" y="3914096"/>
            <a:ext cx="6429420" cy="961910"/>
          </a:xfrm>
          <a:prstGeom prst="rect">
            <a:avLst/>
          </a:prstGeom>
        </p:spPr>
        <p:txBody>
          <a:bodyPr lIns="91398" tIns="45699" rIns="91398" bIns="45699">
            <a:normAutofit/>
          </a:bodyPr>
          <a:lstStyle/>
          <a:p>
            <a:pPr marL="180975" indent="-180975" algn="ctr" defTabSz="913765" fontAlgn="ctr">
              <a:lnSpc>
                <a:spcPct val="150000"/>
              </a:lnSpc>
              <a:spcBef>
                <a:spcPct val="20000"/>
              </a:spcBef>
              <a:spcAft>
                <a:spcPct val="0"/>
              </a:spcAft>
              <a:buClr>
                <a:schemeClr val="accent1"/>
              </a:buClr>
              <a:buSzPct val="60000"/>
              <a:defRPr/>
            </a:pPr>
            <a:r>
              <a:rPr lang="zh-CN" altLang="en-US" b="1" kern="0" dirty="0" smtClean="0">
                <a:latin typeface="微软雅黑" panose="020B0503020204020204" pitchFamily="34" charset="-122"/>
                <a:ea typeface="微软雅黑" panose="020B0503020204020204" pitchFamily="34" charset="-122"/>
              </a:rPr>
              <a:t>联通云  </a:t>
            </a:r>
            <a:r>
              <a:rPr lang="zh-CN" altLang="en-US" b="1" kern="0" dirty="0" smtClean="0">
                <a:latin typeface="微软雅黑" panose="020B0503020204020204" pitchFamily="34" charset="-122"/>
                <a:ea typeface="微软雅黑" panose="020B0503020204020204" pitchFamily="34" charset="-122"/>
              </a:rPr>
              <a:t>刘振华</a:t>
            </a:r>
            <a:endParaRPr lang="zh-CN" altLang="en-US" b="1" kern="0" dirty="0" smtClean="0">
              <a:latin typeface="微软雅黑" panose="020B0503020204020204" pitchFamily="34" charset="-122"/>
              <a:ea typeface="微软雅黑" panose="020B0503020204020204" pitchFamily="34" charset="-122"/>
            </a:endParaRPr>
          </a:p>
        </p:txBody>
      </p:sp>
      <p:sp>
        <p:nvSpPr>
          <p:cNvPr id="7" name="文本占位符 3"/>
          <p:cNvSpPr txBox="1"/>
          <p:nvPr/>
        </p:nvSpPr>
        <p:spPr>
          <a:xfrm>
            <a:off x="3607208" y="4360273"/>
            <a:ext cx="2071702" cy="731757"/>
          </a:xfrm>
          <a:prstGeom prst="rect">
            <a:avLst/>
          </a:prstGeom>
        </p:spPr>
        <p:txBody>
          <a:bodyPr lIns="91398" tIns="45699" rIns="91398" bIns="45699"/>
          <a:lstStyle/>
          <a:p>
            <a:pPr marL="180975" indent="-180975" algn="ctr" defTabSz="913765" fontAlgn="ctr">
              <a:lnSpc>
                <a:spcPct val="150000"/>
              </a:lnSpc>
              <a:spcBef>
                <a:spcPct val="20000"/>
              </a:spcBef>
              <a:spcAft>
                <a:spcPct val="0"/>
              </a:spcAft>
              <a:buClr>
                <a:schemeClr val="accent1"/>
              </a:buClr>
              <a:buSzPct val="60000"/>
              <a:defRPr/>
            </a:pPr>
            <a:r>
              <a:rPr lang="en-US" altLang="zh-CN" b="1" kern="0" dirty="0" smtClean="0">
                <a:latin typeface="微软雅黑" panose="020B0503020204020204" pitchFamily="34" charset="-122"/>
                <a:ea typeface="微软雅黑" panose="020B0503020204020204" pitchFamily="34" charset="-122"/>
              </a:rPr>
              <a:t>2024</a:t>
            </a:r>
            <a:r>
              <a:rPr lang="zh-CN" altLang="en-US" b="1" kern="0" dirty="0" smtClean="0">
                <a:latin typeface="微软雅黑" panose="020B0503020204020204" pitchFamily="34" charset="-122"/>
                <a:ea typeface="微软雅黑" panose="020B0503020204020204" pitchFamily="34" charset="-122"/>
              </a:rPr>
              <a:t>年</a:t>
            </a:r>
            <a:r>
              <a:rPr lang="en-US" altLang="zh-CN" b="1" kern="0" dirty="0" smtClean="0">
                <a:latin typeface="微软雅黑" panose="020B0503020204020204" pitchFamily="34" charset="-122"/>
                <a:ea typeface="微软雅黑" panose="020B0503020204020204" pitchFamily="34" charset="-122"/>
              </a:rPr>
              <a:t>8</a:t>
            </a:r>
            <a:r>
              <a:rPr lang="zh-CN" altLang="en-US" b="1" kern="0" dirty="0" smtClean="0">
                <a:latin typeface="微软雅黑" panose="020B0503020204020204" pitchFamily="34" charset="-122"/>
                <a:ea typeface="微软雅黑" panose="020B0503020204020204" pitchFamily="34" charset="-122"/>
              </a:rPr>
              <a:t>月</a:t>
            </a:r>
            <a:endParaRPr lang="zh-CN" altLang="en-US" b="1" kern="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80">
                                          <p:stCondLst>
                                            <p:cond delay="0"/>
                                          </p:stCondLst>
                                        </p:cTn>
                                        <p:tgtEl>
                                          <p:spTgt spid="6"/>
                                        </p:tgtEl>
                                      </p:cBhvr>
                                    </p:animEffect>
                                    <p:anim calcmode="lin" valueType="num">
                                      <p:cBhvr>
                                        <p:cTn id="1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1" dur="26">
                                          <p:stCondLst>
                                            <p:cond delay="650"/>
                                          </p:stCondLst>
                                        </p:cTn>
                                        <p:tgtEl>
                                          <p:spTgt spid="6"/>
                                        </p:tgtEl>
                                      </p:cBhvr>
                                      <p:to x="100000" y="60000"/>
                                    </p:animScale>
                                    <p:animScale>
                                      <p:cBhvr>
                                        <p:cTn id="22" dur="166" decel="50000">
                                          <p:stCondLst>
                                            <p:cond delay="676"/>
                                          </p:stCondLst>
                                        </p:cTn>
                                        <p:tgtEl>
                                          <p:spTgt spid="6"/>
                                        </p:tgtEl>
                                      </p:cBhvr>
                                      <p:to x="100000" y="100000"/>
                                    </p:animScale>
                                    <p:animScale>
                                      <p:cBhvr>
                                        <p:cTn id="23" dur="26">
                                          <p:stCondLst>
                                            <p:cond delay="1312"/>
                                          </p:stCondLst>
                                        </p:cTn>
                                        <p:tgtEl>
                                          <p:spTgt spid="6"/>
                                        </p:tgtEl>
                                      </p:cBhvr>
                                      <p:to x="100000" y="80000"/>
                                    </p:animScale>
                                    <p:animScale>
                                      <p:cBhvr>
                                        <p:cTn id="24" dur="166" decel="50000">
                                          <p:stCondLst>
                                            <p:cond delay="1338"/>
                                          </p:stCondLst>
                                        </p:cTn>
                                        <p:tgtEl>
                                          <p:spTgt spid="6"/>
                                        </p:tgtEl>
                                      </p:cBhvr>
                                      <p:to x="100000" y="100000"/>
                                    </p:animScale>
                                    <p:animScale>
                                      <p:cBhvr>
                                        <p:cTn id="25" dur="26">
                                          <p:stCondLst>
                                            <p:cond delay="1642"/>
                                          </p:stCondLst>
                                        </p:cTn>
                                        <p:tgtEl>
                                          <p:spTgt spid="6"/>
                                        </p:tgtEl>
                                      </p:cBhvr>
                                      <p:to x="100000" y="90000"/>
                                    </p:animScale>
                                    <p:animScale>
                                      <p:cBhvr>
                                        <p:cTn id="26" dur="166" decel="50000">
                                          <p:stCondLst>
                                            <p:cond delay="1668"/>
                                          </p:stCondLst>
                                        </p:cTn>
                                        <p:tgtEl>
                                          <p:spTgt spid="6"/>
                                        </p:tgtEl>
                                      </p:cBhvr>
                                      <p:to x="100000" y="100000"/>
                                    </p:animScale>
                                    <p:animScale>
                                      <p:cBhvr>
                                        <p:cTn id="27" dur="26">
                                          <p:stCondLst>
                                            <p:cond delay="1808"/>
                                          </p:stCondLst>
                                        </p:cTn>
                                        <p:tgtEl>
                                          <p:spTgt spid="6"/>
                                        </p:tgtEl>
                                      </p:cBhvr>
                                      <p:to x="100000" y="95000"/>
                                    </p:animScale>
                                    <p:animScale>
                                      <p:cBhvr>
                                        <p:cTn id="28"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en-US" altLang="en-US" dirty="0" smtClean="0"/>
              <a:t>背景知识</a:t>
            </a:r>
            <a:endParaRPr kumimoji="1" lang="en-US" altLang="en-US" dirty="0" smtClean="0"/>
          </a:p>
          <a:p>
            <a:pPr lvl="1"/>
            <a:r>
              <a:rPr kumimoji="1" lang="en-US" altLang="zh-CN" dirty="0" err="1" smtClean="0"/>
              <a:t>Elasticsearch </a:t>
            </a:r>
            <a:r>
              <a:rPr kumimoji="1" lang="zh-CN" altLang="en-US" dirty="0" err="1" smtClean="0"/>
              <a:t>一个分布式、</a:t>
            </a:r>
            <a:r>
              <a:rPr kumimoji="1" lang="en-US" altLang="zh-CN" dirty="0" err="1" smtClean="0"/>
              <a:t>RESTful</a:t>
            </a:r>
            <a:r>
              <a:rPr kumimoji="1" lang="zh-CN" altLang="en-US" dirty="0" err="1" smtClean="0"/>
              <a:t>搜索和分析引擎</a:t>
            </a:r>
            <a:endParaRPr kumimoji="1" lang="en-US" altLang="zh-CN" dirty="0"/>
          </a:p>
          <a:p>
            <a:pPr lvl="2"/>
            <a:r>
              <a:rPr kumimoji="1" lang="zh-CN" altLang="en-US" dirty="0"/>
              <a:t>分布式架构、全文搜索能力、实时数据处理、</a:t>
            </a:r>
            <a:r>
              <a:rPr kumimoji="1" lang="en-US" altLang="zh-CN" dirty="0"/>
              <a:t>RESTful API</a:t>
            </a:r>
            <a:r>
              <a:rPr kumimoji="1" lang="zh-CN" altLang="en-US" dirty="0"/>
              <a:t>、分片和副本、可视化工具</a:t>
            </a:r>
            <a:endParaRPr kumimoji="1" lang="en-US" altLang="zh-CN" dirty="0"/>
          </a:p>
          <a:p>
            <a:pPr lvl="1"/>
            <a:r>
              <a:rPr kumimoji="1" lang="en-US" altLang="zh-CN" dirty="0" err="1" smtClean="0">
                <a:sym typeface="+mn-ea"/>
              </a:rPr>
              <a:t>Elasticsearch </a:t>
            </a:r>
            <a:r>
              <a:rPr kumimoji="1" lang="zh-CN" altLang="en-US" dirty="0" err="1" smtClean="0">
                <a:sym typeface="+mn-ea"/>
              </a:rPr>
              <a:t>主要应用</a:t>
            </a:r>
            <a:r>
              <a:rPr kumimoji="1" lang="zh-CN" altLang="en-US" dirty="0" err="1" smtClean="0">
                <a:sym typeface="+mn-ea"/>
              </a:rPr>
              <a:t>场景</a:t>
            </a:r>
            <a:endParaRPr kumimoji="1" lang="zh-CN" altLang="en-US" dirty="0" err="1" smtClean="0">
              <a:sym typeface="+mn-ea"/>
            </a:endParaRPr>
          </a:p>
          <a:p>
            <a:pPr lvl="2"/>
            <a:r>
              <a:rPr kumimoji="1" lang="zh-CN" altLang="en-US" dirty="0" err="1" smtClean="0">
                <a:sym typeface="+mn-ea"/>
              </a:rPr>
              <a:t>日志和时间数据分析、业务数据</a:t>
            </a:r>
            <a:r>
              <a:rPr kumimoji="1" lang="zh-CN" altLang="en-US" dirty="0" err="1" smtClean="0">
                <a:sym typeface="+mn-ea"/>
              </a:rPr>
              <a:t>查询、实时监控和报警、数据分析和可视化、电商推荐</a:t>
            </a:r>
            <a:r>
              <a:rPr kumimoji="1" lang="zh-CN" altLang="en-US" dirty="0" err="1" smtClean="0">
                <a:sym typeface="+mn-ea"/>
              </a:rPr>
              <a:t>系统</a:t>
            </a:r>
            <a:endParaRPr kumimoji="1" lang="zh-CN" altLang="en-US" dirty="0" err="1" smtClean="0">
              <a:sym typeface="+mn-ea"/>
            </a:endParaRPr>
          </a:p>
          <a:p>
            <a:pPr lvl="1"/>
            <a:r>
              <a:rPr kumimoji="1" lang="en-US" altLang="zh-CN" dirty="0" err="1" smtClean="0">
                <a:sym typeface="+mn-ea"/>
              </a:rPr>
              <a:t>Elasticsearch </a:t>
            </a:r>
            <a:r>
              <a:rPr kumimoji="1" lang="zh-CN" altLang="en-US" dirty="0" err="1" smtClean="0">
                <a:sym typeface="+mn-ea"/>
              </a:rPr>
              <a:t>迁移场景</a:t>
            </a:r>
            <a:endParaRPr kumimoji="1" lang="zh-CN" altLang="en-US" dirty="0" err="1" smtClean="0">
              <a:sym typeface="+mn-ea"/>
            </a:endParaRPr>
          </a:p>
          <a:p>
            <a:pPr lvl="2"/>
            <a:r>
              <a:rPr kumimoji="1" lang="zh-CN" altLang="en-US" dirty="0" err="1" smtClean="0">
                <a:sym typeface="+mn-ea"/>
              </a:rPr>
              <a:t>不</a:t>
            </a:r>
            <a:r>
              <a:rPr kumimoji="1" lang="zh-CN" altLang="en-US" dirty="0" err="1" smtClean="0">
                <a:sym typeface="+mn-ea"/>
              </a:rPr>
              <a:t>同数据来源的</a:t>
            </a:r>
            <a:r>
              <a:rPr kumimoji="1" lang="zh-CN" altLang="en-US" dirty="0" err="1" smtClean="0">
                <a:sym typeface="+mn-ea"/>
              </a:rPr>
              <a:t>集群，迁移方案会有</a:t>
            </a:r>
            <a:r>
              <a:rPr kumimoji="1" lang="zh-CN" altLang="en-US" dirty="0" err="1" smtClean="0">
                <a:sym typeface="+mn-ea"/>
              </a:rPr>
              <a:t>差别</a:t>
            </a:r>
            <a:endParaRPr kumimoji="1" lang="zh-CN" altLang="en-US" dirty="0" err="1" smtClean="0">
              <a:sym typeface="+mn-ea"/>
            </a:endParaRPr>
          </a:p>
          <a:p>
            <a:pPr marL="720090" lvl="2" indent="0">
              <a:buNone/>
            </a:pPr>
            <a:endParaRPr kumimoji="1" lang="zh-CN" altLang="en-US" dirty="0" err="1" smtClean="0">
              <a:sym typeface="+mn-ea"/>
            </a:endParaRPr>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
                                            <p:txEl>
                                              <p:pRg st="0" end="0"/>
                                            </p:tx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p:cTn id="13" dur="10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2">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2">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2">
                                            <p:txEl>
                                              <p:pRg st="1" end="1"/>
                                            </p:tx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p:cTn id="19" dur="10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2">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2">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2">
                                            <p:txEl>
                                              <p:pRg st="2" end="2"/>
                                            </p:txEl>
                                          </p:spTgt>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p:cTn id="25" dur="10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6" dur="1000" fill="hold"/>
                                        <p:tgtEl>
                                          <p:spTgt spid="2">
                                            <p:txEl>
                                              <p:pRg st="3" end="3"/>
                                            </p:txEl>
                                          </p:spTgt>
                                        </p:tgtEl>
                                        <p:attrNameLst>
                                          <p:attrName>ppt_h</p:attrName>
                                        </p:attrNameLst>
                                      </p:cBhvr>
                                      <p:tavLst>
                                        <p:tav tm="0">
                                          <p:val>
                                            <p:fltVal val="0"/>
                                          </p:val>
                                        </p:tav>
                                        <p:tav tm="100000">
                                          <p:val>
                                            <p:strVal val="#ppt_h"/>
                                          </p:val>
                                        </p:tav>
                                      </p:tavLst>
                                    </p:anim>
                                    <p:anim calcmode="lin" valueType="num">
                                      <p:cBhvr>
                                        <p:cTn id="27" dur="1000" fill="hold"/>
                                        <p:tgtEl>
                                          <p:spTgt spid="2">
                                            <p:txEl>
                                              <p:pRg st="3" end="3"/>
                                            </p:txEl>
                                          </p:spTgt>
                                        </p:tgtEl>
                                        <p:attrNameLst>
                                          <p:attrName>style.rotation</p:attrName>
                                        </p:attrNameLst>
                                      </p:cBhvr>
                                      <p:tavLst>
                                        <p:tav tm="0">
                                          <p:val>
                                            <p:fltVal val="90"/>
                                          </p:val>
                                        </p:tav>
                                        <p:tav tm="100000">
                                          <p:val>
                                            <p:fltVal val="0"/>
                                          </p:val>
                                        </p:tav>
                                      </p:tavLst>
                                    </p:anim>
                                    <p:animEffect transition="in" filter="fade">
                                      <p:cBhvr>
                                        <p:cTn id="28" dur="1000"/>
                                        <p:tgtEl>
                                          <p:spTgt spid="2">
                                            <p:txEl>
                                              <p:pRg st="3" end="3"/>
                                            </p:txEl>
                                          </p:spTgt>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p:cTn id="31" dur="1000" fill="hold"/>
                                        <p:tgtEl>
                                          <p:spTgt spid="2">
                                            <p:txEl>
                                              <p:pRg st="4" end="4"/>
                                            </p:txEl>
                                          </p:spTgt>
                                        </p:tgtEl>
                                        <p:attrNameLst>
                                          <p:attrName>ppt_w</p:attrName>
                                        </p:attrNameLst>
                                      </p:cBhvr>
                                      <p:tavLst>
                                        <p:tav tm="0">
                                          <p:val>
                                            <p:fltVal val="0"/>
                                          </p:val>
                                        </p:tav>
                                        <p:tav tm="100000">
                                          <p:val>
                                            <p:strVal val="#ppt_w"/>
                                          </p:val>
                                        </p:tav>
                                      </p:tavLst>
                                    </p:anim>
                                    <p:anim calcmode="lin" valueType="num">
                                      <p:cBhvr>
                                        <p:cTn id="32" dur="1000" fill="hold"/>
                                        <p:tgtEl>
                                          <p:spTgt spid="2">
                                            <p:txEl>
                                              <p:pRg st="4" end="4"/>
                                            </p:txEl>
                                          </p:spTgt>
                                        </p:tgtEl>
                                        <p:attrNameLst>
                                          <p:attrName>ppt_h</p:attrName>
                                        </p:attrNameLst>
                                      </p:cBhvr>
                                      <p:tavLst>
                                        <p:tav tm="0">
                                          <p:val>
                                            <p:fltVal val="0"/>
                                          </p:val>
                                        </p:tav>
                                        <p:tav tm="100000">
                                          <p:val>
                                            <p:strVal val="#ppt_h"/>
                                          </p:val>
                                        </p:tav>
                                      </p:tavLst>
                                    </p:anim>
                                    <p:anim calcmode="lin" valueType="num">
                                      <p:cBhvr>
                                        <p:cTn id="33" dur="1000" fill="hold"/>
                                        <p:tgtEl>
                                          <p:spTgt spid="2">
                                            <p:txEl>
                                              <p:pRg st="4" end="4"/>
                                            </p:txEl>
                                          </p:spTgt>
                                        </p:tgtEl>
                                        <p:attrNameLst>
                                          <p:attrName>style.rotation</p:attrName>
                                        </p:attrNameLst>
                                      </p:cBhvr>
                                      <p:tavLst>
                                        <p:tav tm="0">
                                          <p:val>
                                            <p:fltVal val="90"/>
                                          </p:val>
                                        </p:tav>
                                        <p:tav tm="100000">
                                          <p:val>
                                            <p:fltVal val="0"/>
                                          </p:val>
                                        </p:tav>
                                      </p:tavLst>
                                    </p:anim>
                                    <p:animEffect transition="in" filter="fade">
                                      <p:cBhvr>
                                        <p:cTn id="34" dur="1000"/>
                                        <p:tgtEl>
                                          <p:spTgt spid="2">
                                            <p:txEl>
                                              <p:pRg st="4" end="4"/>
                                            </p:txEl>
                                          </p:spTgt>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p:cTn id="37" dur="1000" fill="hold"/>
                                        <p:tgtEl>
                                          <p:spTgt spid="2">
                                            <p:txEl>
                                              <p:pRg st="5" end="5"/>
                                            </p:txEl>
                                          </p:spTgt>
                                        </p:tgtEl>
                                        <p:attrNameLst>
                                          <p:attrName>ppt_w</p:attrName>
                                        </p:attrNameLst>
                                      </p:cBhvr>
                                      <p:tavLst>
                                        <p:tav tm="0">
                                          <p:val>
                                            <p:fltVal val="0"/>
                                          </p:val>
                                        </p:tav>
                                        <p:tav tm="100000">
                                          <p:val>
                                            <p:strVal val="#ppt_w"/>
                                          </p:val>
                                        </p:tav>
                                      </p:tavLst>
                                    </p:anim>
                                    <p:anim calcmode="lin" valueType="num">
                                      <p:cBhvr>
                                        <p:cTn id="38" dur="1000" fill="hold"/>
                                        <p:tgtEl>
                                          <p:spTgt spid="2">
                                            <p:txEl>
                                              <p:pRg st="5" end="5"/>
                                            </p:txEl>
                                          </p:spTgt>
                                        </p:tgtEl>
                                        <p:attrNameLst>
                                          <p:attrName>ppt_h</p:attrName>
                                        </p:attrNameLst>
                                      </p:cBhvr>
                                      <p:tavLst>
                                        <p:tav tm="0">
                                          <p:val>
                                            <p:fltVal val="0"/>
                                          </p:val>
                                        </p:tav>
                                        <p:tav tm="100000">
                                          <p:val>
                                            <p:strVal val="#ppt_h"/>
                                          </p:val>
                                        </p:tav>
                                      </p:tavLst>
                                    </p:anim>
                                    <p:anim calcmode="lin" valueType="num">
                                      <p:cBhvr>
                                        <p:cTn id="39" dur="1000" fill="hold"/>
                                        <p:tgtEl>
                                          <p:spTgt spid="2">
                                            <p:txEl>
                                              <p:pRg st="5" end="5"/>
                                            </p:txEl>
                                          </p:spTgt>
                                        </p:tgtEl>
                                        <p:attrNameLst>
                                          <p:attrName>style.rotation</p:attrName>
                                        </p:attrNameLst>
                                      </p:cBhvr>
                                      <p:tavLst>
                                        <p:tav tm="0">
                                          <p:val>
                                            <p:fltVal val="90"/>
                                          </p:val>
                                        </p:tav>
                                        <p:tav tm="100000">
                                          <p:val>
                                            <p:fltVal val="0"/>
                                          </p:val>
                                        </p:tav>
                                      </p:tavLst>
                                    </p:anim>
                                    <p:animEffect transition="in" filter="fade">
                                      <p:cBhvr>
                                        <p:cTn id="40" dur="1000"/>
                                        <p:tgtEl>
                                          <p:spTgt spid="2">
                                            <p:txEl>
                                              <p:pRg st="5" end="5"/>
                                            </p:txEl>
                                          </p:spTgt>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p:cTn id="43" dur="1000" fill="hold"/>
                                        <p:tgtEl>
                                          <p:spTgt spid="2">
                                            <p:txEl>
                                              <p:pRg st="6" end="6"/>
                                            </p:txEl>
                                          </p:spTgt>
                                        </p:tgtEl>
                                        <p:attrNameLst>
                                          <p:attrName>ppt_w</p:attrName>
                                        </p:attrNameLst>
                                      </p:cBhvr>
                                      <p:tavLst>
                                        <p:tav tm="0">
                                          <p:val>
                                            <p:fltVal val="0"/>
                                          </p:val>
                                        </p:tav>
                                        <p:tav tm="100000">
                                          <p:val>
                                            <p:strVal val="#ppt_w"/>
                                          </p:val>
                                        </p:tav>
                                      </p:tavLst>
                                    </p:anim>
                                    <p:anim calcmode="lin" valueType="num">
                                      <p:cBhvr>
                                        <p:cTn id="44" dur="1000" fill="hold"/>
                                        <p:tgtEl>
                                          <p:spTgt spid="2">
                                            <p:txEl>
                                              <p:pRg st="6" end="6"/>
                                            </p:txEl>
                                          </p:spTgt>
                                        </p:tgtEl>
                                        <p:attrNameLst>
                                          <p:attrName>ppt_h</p:attrName>
                                        </p:attrNameLst>
                                      </p:cBhvr>
                                      <p:tavLst>
                                        <p:tav tm="0">
                                          <p:val>
                                            <p:fltVal val="0"/>
                                          </p:val>
                                        </p:tav>
                                        <p:tav tm="100000">
                                          <p:val>
                                            <p:strVal val="#ppt_h"/>
                                          </p:val>
                                        </p:tav>
                                      </p:tavLst>
                                    </p:anim>
                                    <p:anim calcmode="lin" valueType="num">
                                      <p:cBhvr>
                                        <p:cTn id="45" dur="1000" fill="hold"/>
                                        <p:tgtEl>
                                          <p:spTgt spid="2">
                                            <p:txEl>
                                              <p:pRg st="6" end="6"/>
                                            </p:txEl>
                                          </p:spTgt>
                                        </p:tgtEl>
                                        <p:attrNameLst>
                                          <p:attrName>style.rotation</p:attrName>
                                        </p:attrNameLst>
                                      </p:cBhvr>
                                      <p:tavLst>
                                        <p:tav tm="0">
                                          <p:val>
                                            <p:fltVal val="90"/>
                                          </p:val>
                                        </p:tav>
                                        <p:tav tm="100000">
                                          <p:val>
                                            <p:fltVal val="0"/>
                                          </p:val>
                                        </p:tav>
                                      </p:tavLst>
                                    </p:anim>
                                    <p:animEffect transition="in" filter="fade">
                                      <p:cBhvr>
                                        <p:cTn id="46" dur="10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smtClean="0"/>
              <a:t>官网地址</a:t>
            </a:r>
            <a:endParaRPr kumimoji="1" lang="zh-CN" altLang="en-US" dirty="0"/>
          </a:p>
        </p:txBody>
      </p:sp>
      <p:sp>
        <p:nvSpPr>
          <p:cNvPr id="3" name="幻灯片编号占位符 2"/>
          <p:cNvSpPr>
            <a:spLocks noGrp="1"/>
          </p:cNvSpPr>
          <p:nvPr>
            <p:ph type="sldNum" sz="quarter" idx="12"/>
          </p:nvPr>
        </p:nvSpPr>
        <p:spPr/>
        <p:txBody>
          <a:bodyPr/>
          <a:lstStyle/>
          <a:p>
            <a:pPr>
              <a:defRPr/>
            </a:pPr>
            <a:fld id="{21E49756-AF47-4EC4-9128-0854449AE01B}" type="slidenum">
              <a:rPr lang="uk-UA" smtClean="0"/>
            </a:fld>
            <a:endParaRPr lang="uk-UA" dirty="0"/>
          </a:p>
        </p:txBody>
      </p:sp>
      <p:sp>
        <p:nvSpPr>
          <p:cNvPr id="5" name="文本框 4"/>
          <p:cNvSpPr txBox="1"/>
          <p:nvPr/>
        </p:nvSpPr>
        <p:spPr>
          <a:xfrm>
            <a:off x="611560" y="1347614"/>
            <a:ext cx="7200800" cy="344805"/>
          </a:xfrm>
          <a:prstGeom prst="rect">
            <a:avLst/>
          </a:prstGeom>
          <a:noFill/>
          <a:ln w="19050">
            <a:solidFill>
              <a:schemeClr val="bg1"/>
            </a:solidFill>
          </a:ln>
        </p:spPr>
        <p:txBody>
          <a:bodyPr wrap="square" rtlCol="0">
            <a:spAutoFit/>
          </a:bodyPr>
          <a:lstStyle/>
          <a:p>
            <a:pPr marL="342900" indent="-342900" algn="ctr">
              <a:lnSpc>
                <a:spcPct val="150000"/>
              </a:lnSpc>
              <a:buClr>
                <a:srgbClr val="FF0000"/>
              </a:buClr>
              <a:buFont typeface="Wingdings" panose="05000000000000000000" pitchFamily="2" charset="2"/>
              <a:buChar char="n"/>
            </a:pPr>
            <a:r>
              <a:rPr lang="zh-CN" altLang="en-US" sz="1100" b="1" dirty="0" smtClean="0">
                <a:latin typeface="+mn-ea"/>
              </a:rPr>
              <a:t>https://www.elastic.co/cn/downloads</a:t>
            </a:r>
            <a:endParaRPr lang="zh-CN" altLang="en-US" sz="1100" b="1" dirty="0" smtClean="0">
              <a:latin typeface="+mn-ea"/>
            </a:endParaRPr>
          </a:p>
        </p:txBody>
      </p:sp>
      <p:pic>
        <p:nvPicPr>
          <p:cNvPr id="7" name="图片 6"/>
          <p:cNvPicPr>
            <a:picLocks noChangeAspect="1"/>
          </p:cNvPicPr>
          <p:nvPr/>
        </p:nvPicPr>
        <p:blipFill>
          <a:blip r:embed="rId1"/>
          <a:stretch>
            <a:fillRect/>
          </a:stretch>
        </p:blipFill>
        <p:spPr>
          <a:xfrm>
            <a:off x="1705610" y="1792605"/>
            <a:ext cx="5732780" cy="3251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a:xfrm>
            <a:off x="7264980" y="5294575"/>
            <a:ext cx="385763" cy="376238"/>
          </a:xfrm>
        </p:spPr>
        <p:txBody>
          <a:bodyPr/>
          <a:lstStyle/>
          <a:p>
            <a:pPr>
              <a:defRPr/>
            </a:pPr>
            <a:fld id="{21E49756-AF47-4EC4-9128-0854449AE01B}" type="slidenum">
              <a:rPr lang="uk-UA" smtClean="0"/>
            </a:fld>
            <a:endParaRPr lang="uk-UA" dirty="0"/>
          </a:p>
        </p:txBody>
      </p:sp>
      <p:sp>
        <p:nvSpPr>
          <p:cNvPr id="17" name="Rectangle 8"/>
          <p:cNvSpPr>
            <a:spLocks noChangeArrowheads="1"/>
          </p:cNvSpPr>
          <p:nvPr>
            <p:custDataLst>
              <p:tags r:id="rId1"/>
            </p:custDataLst>
          </p:nvPr>
        </p:nvSpPr>
        <p:spPr bwMode="auto">
          <a:xfrm>
            <a:off x="3779819" y="1708448"/>
            <a:ext cx="2727000" cy="387606"/>
          </a:xfrm>
          <a:prstGeom prst="rect">
            <a:avLst/>
          </a:prstGeom>
          <a:solidFill>
            <a:schemeClr val="bg1"/>
          </a:solidFill>
          <a:ln w="19050" algn="ctr">
            <a:solidFill>
              <a:srgbClr val="A0A0A0"/>
            </a:solidFill>
            <a:miter lim="800000"/>
          </a:ln>
          <a:effectLst/>
        </p:spPr>
        <p:txBody>
          <a:bodyPr wrap="none" lIns="283439" tIns="34283" rIns="283439" bIns="34283" anchor="ctr"/>
          <a:lstStyle/>
          <a:p>
            <a:pPr algn="l" defTabSz="685165"/>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ES</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基本原理</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Rectangle 6"/>
          <p:cNvSpPr>
            <a:spLocks noChangeArrowheads="1"/>
          </p:cNvSpPr>
          <p:nvPr>
            <p:custDataLst>
              <p:tags r:id="rId2"/>
            </p:custDataLst>
          </p:nvPr>
        </p:nvSpPr>
        <p:spPr bwMode="auto">
          <a:xfrm>
            <a:off x="2483647" y="1702703"/>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lstStyle/>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第一部分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Rectangle 8"/>
          <p:cNvSpPr>
            <a:spLocks noChangeArrowheads="1"/>
          </p:cNvSpPr>
          <p:nvPr>
            <p:custDataLst>
              <p:tags r:id="rId3"/>
            </p:custDataLst>
          </p:nvPr>
        </p:nvSpPr>
        <p:spPr bwMode="auto">
          <a:xfrm>
            <a:off x="3779719" y="2701539"/>
            <a:ext cx="2727000" cy="387606"/>
          </a:xfrm>
          <a:prstGeom prst="rect">
            <a:avLst/>
          </a:prstGeom>
          <a:solidFill>
            <a:schemeClr val="bg1"/>
          </a:solidFill>
          <a:ln w="19050" algn="ctr">
            <a:solidFill>
              <a:srgbClr val="A0A0A0"/>
            </a:solidFill>
            <a:miter lim="800000"/>
          </a:ln>
          <a:effectLst/>
        </p:spPr>
        <p:txBody>
          <a:bodyPr wrap="none" lIns="283439" tIns="34283" rIns="283439" bIns="34283" anchor="ctr"/>
          <a:lstStyle/>
          <a:p>
            <a:pPr algn="l" defTabSz="685165"/>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ES</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基本</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查询操作</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Rectangle 6"/>
          <p:cNvSpPr>
            <a:spLocks noChangeArrowheads="1"/>
          </p:cNvSpPr>
          <p:nvPr>
            <p:custDataLst>
              <p:tags r:id="rId4"/>
            </p:custDataLst>
          </p:nvPr>
        </p:nvSpPr>
        <p:spPr bwMode="auto">
          <a:xfrm>
            <a:off x="2483646" y="2710833"/>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lstStyle/>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Rectangle 8"/>
          <p:cNvSpPr>
            <a:spLocks noChangeArrowheads="1"/>
          </p:cNvSpPr>
          <p:nvPr>
            <p:custDataLst>
              <p:tags r:id="rId5"/>
            </p:custDataLst>
          </p:nvPr>
        </p:nvSpPr>
        <p:spPr bwMode="auto">
          <a:xfrm>
            <a:off x="3780454" y="3724573"/>
            <a:ext cx="2727000" cy="387606"/>
          </a:xfrm>
          <a:prstGeom prst="rect">
            <a:avLst/>
          </a:prstGeom>
          <a:solidFill>
            <a:schemeClr val="bg1"/>
          </a:solidFill>
          <a:ln w="19050" algn="ctr">
            <a:solidFill>
              <a:srgbClr val="A0A0A0"/>
            </a:solidFill>
            <a:miter lim="800000"/>
          </a:ln>
          <a:effectLst/>
        </p:spPr>
        <p:txBody>
          <a:bodyPr wrap="none" lIns="283439" tIns="34283" rIns="283439" bIns="34283" anchor="ctr"/>
          <a:lstStyle/>
          <a:p>
            <a:pPr algn="l" defTabSz="685165"/>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华为云</a:t>
            </a:r>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Snapshot</a:t>
            </a:r>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备份恢复</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Rectangle 6"/>
          <p:cNvSpPr>
            <a:spLocks noChangeArrowheads="1"/>
          </p:cNvSpPr>
          <p:nvPr>
            <p:custDataLst>
              <p:tags r:id="rId6"/>
            </p:custDataLst>
          </p:nvPr>
        </p:nvSpPr>
        <p:spPr bwMode="auto">
          <a:xfrm>
            <a:off x="2483647" y="3718828"/>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lstStyle/>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三部分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Rectangle 6"/>
          <p:cNvSpPr>
            <a:spLocks noChangeArrowheads="1"/>
          </p:cNvSpPr>
          <p:nvPr>
            <p:custDataLst>
              <p:tags r:id="rId7"/>
            </p:custDataLst>
          </p:nvPr>
        </p:nvSpPr>
        <p:spPr bwMode="auto">
          <a:xfrm>
            <a:off x="3203575" y="91440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第一部分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21" grpId="0" bldLvl="0" animBg="1"/>
      <p:bldP spid="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分布式</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集群</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文本框 1"/>
          <p:cNvSpPr txBox="1"/>
          <p:nvPr>
            <p:custDataLst>
              <p:tags r:id="rId2"/>
            </p:custDataLst>
          </p:nvPr>
        </p:nvSpPr>
        <p:spPr>
          <a:xfrm>
            <a:off x="683895" y="834390"/>
            <a:ext cx="1804670" cy="40957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400" b="1" dirty="0" smtClean="0">
                <a:latin typeface="+mn-ea"/>
                <a:sym typeface="+mn-ea"/>
              </a:rPr>
              <a:t>故障转移</a:t>
            </a:r>
            <a:endParaRPr lang="zh-CN" altLang="en-US" sz="1400" b="1" dirty="0" smtClean="0">
              <a:latin typeface="+mn-ea"/>
              <a:sym typeface="+mn-ea"/>
            </a:endParaRPr>
          </a:p>
        </p:txBody>
      </p:sp>
      <p:sp>
        <p:nvSpPr>
          <p:cNvPr id="5" name="文本框 4"/>
          <p:cNvSpPr txBox="1"/>
          <p:nvPr>
            <p:custDataLst>
              <p:tags r:id="rId3"/>
            </p:custDataLst>
          </p:nvPr>
        </p:nvSpPr>
        <p:spPr>
          <a:xfrm>
            <a:off x="3940810" y="834390"/>
            <a:ext cx="1726565" cy="40957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400" b="1" dirty="0" smtClean="0">
                <a:latin typeface="+mn-ea"/>
                <a:sym typeface="+mn-ea"/>
              </a:rPr>
              <a:t>水平分割</a:t>
            </a:r>
            <a:endParaRPr lang="zh-CN" altLang="en-US" sz="1400" b="1" dirty="0" smtClean="0">
              <a:latin typeface="+mn-ea"/>
              <a:sym typeface="+mn-ea"/>
            </a:endParaRPr>
          </a:p>
        </p:txBody>
      </p:sp>
      <p:sp>
        <p:nvSpPr>
          <p:cNvPr id="6" name="文本框 5"/>
          <p:cNvSpPr txBox="1"/>
          <p:nvPr>
            <p:custDataLst>
              <p:tags r:id="rId4"/>
            </p:custDataLst>
          </p:nvPr>
        </p:nvSpPr>
        <p:spPr>
          <a:xfrm>
            <a:off x="7020560" y="834390"/>
            <a:ext cx="1666240" cy="40957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400" b="1" dirty="0" smtClean="0">
                <a:latin typeface="+mn-ea"/>
                <a:sym typeface="+mn-ea"/>
              </a:rPr>
              <a:t>应对故障</a:t>
            </a:r>
            <a:endParaRPr lang="zh-CN" altLang="en-US" sz="1400" b="1" dirty="0" smtClean="0">
              <a:latin typeface="+mn-ea"/>
              <a:sym typeface="+mn-ea"/>
            </a:endParaRPr>
          </a:p>
        </p:txBody>
      </p:sp>
      <p:sp>
        <p:nvSpPr>
          <p:cNvPr id="7" name="文本框 6"/>
          <p:cNvSpPr txBox="1"/>
          <p:nvPr>
            <p:custDataLst>
              <p:tags r:id="rId5"/>
            </p:custDataLst>
          </p:nvPr>
        </p:nvSpPr>
        <p:spPr>
          <a:xfrm>
            <a:off x="0" y="1486535"/>
            <a:ext cx="3048000" cy="1254125"/>
          </a:xfrm>
          <a:prstGeom prst="rect">
            <a:avLst/>
          </a:prstGeom>
          <a:noFill/>
          <a:ln w="19050">
            <a:solidFill>
              <a:schemeClr val="bg1">
                <a:lumMod val="75000"/>
              </a:schemeClr>
            </a:solidFill>
          </a:ln>
        </p:spPr>
        <p:txBody>
          <a:bodyPr wrap="square" rtlCol="0">
            <a:noAutofit/>
          </a:bodyPr>
          <a:p>
            <a:pPr indent="0">
              <a:lnSpc>
                <a:spcPct val="150000"/>
              </a:lnSpc>
              <a:buClr>
                <a:srgbClr val="FF0000"/>
              </a:buClr>
              <a:buFont typeface="Wingdings" panose="05000000000000000000" pitchFamily="2" charset="2"/>
              <a:buNone/>
            </a:pPr>
            <a:r>
              <a:rPr lang="zh-CN" altLang="en-US" sz="900" b="1" dirty="0" smtClean="0">
                <a:latin typeface="+mn-ea"/>
              </a:rPr>
              <a:t>当集群中只有一个节点运行，意味着单台故障没有冗余。</a:t>
            </a:r>
            <a:br>
              <a:rPr lang="zh-CN" altLang="en-US" sz="900" b="1" dirty="0" smtClean="0">
                <a:latin typeface="+mn-ea"/>
              </a:rPr>
            </a:br>
            <a:r>
              <a:rPr lang="zh-CN" altLang="en-US" sz="900" b="1" dirty="0" smtClean="0">
                <a:latin typeface="+mn-ea"/>
              </a:rPr>
              <a:t>如果启动了第二个节点，我们集群会拥有两个节点，重新</a:t>
            </a:r>
            <a:r>
              <a:rPr lang="zh-CN" altLang="en-US" sz="900" b="1" dirty="0" smtClean="0">
                <a:latin typeface="+mn-ea"/>
              </a:rPr>
              <a:t>分配所有的主分片和副本</a:t>
            </a:r>
            <a:r>
              <a:rPr lang="zh-CN" altLang="en-US" sz="900" b="1" dirty="0" smtClean="0">
                <a:latin typeface="+mn-ea"/>
              </a:rPr>
              <a:t>分片</a:t>
            </a:r>
            <a:endParaRPr lang="zh-CN" altLang="en-US" sz="900" b="1" dirty="0" smtClean="0">
              <a:latin typeface="+mn-ea"/>
            </a:endParaRPr>
          </a:p>
        </p:txBody>
      </p:sp>
      <p:pic>
        <p:nvPicPr>
          <p:cNvPr id="9" name="图片 8"/>
          <p:cNvPicPr>
            <a:picLocks noChangeAspect="1"/>
          </p:cNvPicPr>
          <p:nvPr/>
        </p:nvPicPr>
        <p:blipFill>
          <a:blip r:embed="rId6"/>
          <a:stretch>
            <a:fillRect/>
          </a:stretch>
        </p:blipFill>
        <p:spPr>
          <a:xfrm>
            <a:off x="395605" y="2816225"/>
            <a:ext cx="2379980" cy="2149475"/>
          </a:xfrm>
          <a:prstGeom prst="rect">
            <a:avLst/>
          </a:prstGeom>
        </p:spPr>
      </p:pic>
      <p:sp>
        <p:nvSpPr>
          <p:cNvPr id="10" name="文本框 9"/>
          <p:cNvSpPr txBox="1"/>
          <p:nvPr>
            <p:custDataLst>
              <p:tags r:id="rId7"/>
            </p:custDataLst>
          </p:nvPr>
        </p:nvSpPr>
        <p:spPr>
          <a:xfrm>
            <a:off x="3048635" y="1486535"/>
            <a:ext cx="3059430" cy="1253490"/>
          </a:xfrm>
          <a:prstGeom prst="rect">
            <a:avLst/>
          </a:prstGeom>
          <a:noFill/>
          <a:ln w="19050">
            <a:solidFill>
              <a:schemeClr val="bg1">
                <a:lumMod val="75000"/>
              </a:schemeClr>
            </a:solidFill>
          </a:ln>
        </p:spPr>
        <p:txBody>
          <a:bodyPr wrap="square" rtlCol="0">
            <a:noAutofit/>
          </a:bodyPr>
          <a:p>
            <a:pPr indent="0">
              <a:lnSpc>
                <a:spcPct val="150000"/>
              </a:lnSpc>
              <a:buClr>
                <a:srgbClr val="FF0000"/>
              </a:buClr>
              <a:buFont typeface="Wingdings" panose="05000000000000000000" pitchFamily="2" charset="2"/>
              <a:buNone/>
            </a:pPr>
            <a:r>
              <a:rPr lang="zh-CN" altLang="en-US" sz="900" b="1" dirty="0" smtClean="0">
                <a:latin typeface="+mn-ea"/>
              </a:rPr>
              <a:t>当启动三个节点，集群为了分散负载对分片进行重新</a:t>
            </a:r>
            <a:r>
              <a:rPr lang="zh-CN" altLang="en-US" sz="900" b="1" dirty="0" smtClean="0">
                <a:latin typeface="+mn-ea"/>
              </a:rPr>
              <a:t>分配</a:t>
            </a:r>
            <a:endParaRPr lang="zh-CN" altLang="en-US" sz="900" b="1" dirty="0" smtClean="0">
              <a:latin typeface="+mn-ea"/>
            </a:endParaRPr>
          </a:p>
          <a:p>
            <a:pPr indent="0">
              <a:lnSpc>
                <a:spcPct val="150000"/>
              </a:lnSpc>
              <a:buClr>
                <a:srgbClr val="FF0000"/>
              </a:buClr>
              <a:buFont typeface="Wingdings" panose="05000000000000000000" pitchFamily="2" charset="2"/>
              <a:buNone/>
            </a:pPr>
            <a:r>
              <a:rPr lang="en-US" altLang="zh-CN" sz="900" b="1" dirty="0" smtClean="0">
                <a:latin typeface="+mn-ea"/>
              </a:rPr>
              <a:t>3</a:t>
            </a:r>
            <a:r>
              <a:rPr lang="zh-CN" altLang="en-US" sz="900" b="1" dirty="0" smtClean="0">
                <a:latin typeface="+mn-ea"/>
              </a:rPr>
              <a:t>节点拥有</a:t>
            </a:r>
            <a:r>
              <a:rPr lang="en-US" altLang="zh-CN" sz="900" b="1" dirty="0" smtClean="0">
                <a:latin typeface="+mn-ea"/>
              </a:rPr>
              <a:t>6</a:t>
            </a:r>
            <a:r>
              <a:rPr lang="zh-CN" altLang="en-US" sz="900" b="1" dirty="0" smtClean="0">
                <a:latin typeface="+mn-ea"/>
              </a:rPr>
              <a:t>分片</a:t>
            </a:r>
            <a:r>
              <a:rPr lang="en-US" altLang="zh-CN" sz="900" b="1" dirty="0" smtClean="0">
                <a:latin typeface="+mn-ea"/>
              </a:rPr>
              <a:t>(3</a:t>
            </a:r>
            <a:r>
              <a:rPr lang="zh-CN" altLang="en-US" sz="900" b="1" dirty="0" smtClean="0">
                <a:latin typeface="+mn-ea"/>
              </a:rPr>
              <a:t>主分片</a:t>
            </a:r>
            <a:r>
              <a:rPr lang="en-US" altLang="zh-CN" sz="900" b="1" dirty="0" smtClean="0">
                <a:latin typeface="+mn-ea"/>
              </a:rPr>
              <a:t>/3</a:t>
            </a:r>
            <a:r>
              <a:rPr lang="zh-CN" altLang="en-US" sz="900" b="1" dirty="0" smtClean="0">
                <a:latin typeface="+mn-ea"/>
              </a:rPr>
              <a:t>副分片</a:t>
            </a:r>
            <a:r>
              <a:rPr lang="en-US" altLang="zh-CN" sz="900" b="1" dirty="0" smtClean="0">
                <a:latin typeface="+mn-ea"/>
              </a:rPr>
              <a:t>)</a:t>
            </a:r>
            <a:r>
              <a:rPr lang="zh-CN" altLang="en-US" sz="900" b="1" dirty="0" smtClean="0">
                <a:latin typeface="+mn-ea"/>
              </a:rPr>
              <a:t>使每个节点</a:t>
            </a:r>
            <a:r>
              <a:rPr lang="zh-CN" altLang="en-US" sz="900" b="1" dirty="0" smtClean="0">
                <a:latin typeface="+mn-ea"/>
              </a:rPr>
              <a:t>和分片性能得到</a:t>
            </a:r>
            <a:r>
              <a:rPr lang="zh-CN" altLang="en-US" sz="900" b="1" dirty="0" smtClean="0">
                <a:latin typeface="+mn-ea"/>
              </a:rPr>
              <a:t>提升。</a:t>
            </a:r>
            <a:endParaRPr lang="zh-CN" altLang="en-US" sz="900" b="1" dirty="0" smtClean="0">
              <a:latin typeface="+mn-ea"/>
            </a:endParaRPr>
          </a:p>
        </p:txBody>
      </p:sp>
      <p:sp>
        <p:nvSpPr>
          <p:cNvPr id="11" name="文本框 10"/>
          <p:cNvSpPr txBox="1"/>
          <p:nvPr>
            <p:custDataLst>
              <p:tags r:id="rId8"/>
            </p:custDataLst>
          </p:nvPr>
        </p:nvSpPr>
        <p:spPr>
          <a:xfrm>
            <a:off x="6108065" y="1491615"/>
            <a:ext cx="3048000" cy="1247775"/>
          </a:xfrm>
          <a:prstGeom prst="rect">
            <a:avLst/>
          </a:prstGeom>
          <a:noFill/>
          <a:ln w="19050">
            <a:solidFill>
              <a:schemeClr val="bg1">
                <a:lumMod val="75000"/>
              </a:schemeClr>
            </a:solidFill>
          </a:ln>
        </p:spPr>
        <p:txBody>
          <a:bodyPr wrap="square" rtlCol="0">
            <a:noAutofit/>
          </a:bodyPr>
          <a:p>
            <a:pPr indent="0">
              <a:lnSpc>
                <a:spcPct val="150000"/>
              </a:lnSpc>
              <a:buClr>
                <a:srgbClr val="FF0000"/>
              </a:buClr>
              <a:buFont typeface="Wingdings" panose="05000000000000000000" pitchFamily="2" charset="2"/>
              <a:buNone/>
            </a:pPr>
            <a:r>
              <a:rPr lang="zh-CN" altLang="en-US" sz="900" b="1" dirty="0" smtClean="0">
                <a:latin typeface="+mn-ea"/>
              </a:rPr>
              <a:t>当主机</a:t>
            </a:r>
            <a:r>
              <a:rPr lang="en-US" altLang="zh-CN" sz="900" b="1" dirty="0" smtClean="0">
                <a:latin typeface="+mn-ea"/>
              </a:rPr>
              <a:t>Node1</a:t>
            </a:r>
            <a:r>
              <a:rPr lang="zh-CN" altLang="en-US" sz="900" b="1" dirty="0" smtClean="0">
                <a:latin typeface="+mn-ea"/>
              </a:rPr>
              <a:t>宕机，为了保证集群的可用，会自动选举一个主节点：</a:t>
            </a:r>
            <a:r>
              <a:rPr lang="en-US" altLang="zh-CN" sz="900" b="1" dirty="0" smtClean="0">
                <a:latin typeface="+mn-ea"/>
              </a:rPr>
              <a:t>node2/node3 </a:t>
            </a:r>
            <a:r>
              <a:rPr lang="zh-CN" altLang="en-US" sz="900" b="1" dirty="0" smtClean="0">
                <a:latin typeface="+mn-ea"/>
              </a:rPr>
              <a:t>并将运行在其中的副本分片提升为主分片</a:t>
            </a:r>
            <a:endParaRPr lang="zh-CN" altLang="en-US" sz="900" b="1" dirty="0" smtClean="0">
              <a:latin typeface="+mn-ea"/>
            </a:endParaRPr>
          </a:p>
        </p:txBody>
      </p:sp>
      <p:pic>
        <p:nvPicPr>
          <p:cNvPr id="14" name="图片 13"/>
          <p:cNvPicPr>
            <a:picLocks noChangeAspect="1"/>
          </p:cNvPicPr>
          <p:nvPr/>
        </p:nvPicPr>
        <p:blipFill>
          <a:blip r:embed="rId9"/>
          <a:stretch>
            <a:fillRect/>
          </a:stretch>
        </p:blipFill>
        <p:spPr>
          <a:xfrm>
            <a:off x="3131820" y="2787650"/>
            <a:ext cx="2869565" cy="2141855"/>
          </a:xfrm>
          <a:prstGeom prst="rect">
            <a:avLst/>
          </a:prstGeom>
        </p:spPr>
      </p:pic>
      <p:pic>
        <p:nvPicPr>
          <p:cNvPr id="13" name="图片 12"/>
          <p:cNvPicPr>
            <a:picLocks noChangeAspect="1"/>
          </p:cNvPicPr>
          <p:nvPr/>
        </p:nvPicPr>
        <p:blipFill>
          <a:blip r:embed="rId10"/>
          <a:stretch>
            <a:fillRect/>
          </a:stretch>
        </p:blipFill>
        <p:spPr>
          <a:xfrm>
            <a:off x="6357620" y="2882265"/>
            <a:ext cx="2527300" cy="184531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467360" y="843280"/>
            <a:ext cx="7887335" cy="414210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200" b="1" dirty="0" smtClean="0">
                <a:latin typeface="+mn-ea"/>
              </a:rPr>
              <a:t>索引(index)</a:t>
            </a:r>
            <a:endParaRPr lang="zh-CN" altLang="en-US" sz="1200" b="1" dirty="0" smtClean="0">
              <a:latin typeface="+mn-ea"/>
            </a:endParaRPr>
          </a:p>
          <a:p>
            <a:pPr indent="457200">
              <a:lnSpc>
                <a:spcPct val="150000"/>
              </a:lnSpc>
              <a:buClr>
                <a:srgbClr val="FF0000"/>
              </a:buClr>
              <a:buFont typeface="Wingdings" panose="05000000000000000000" pitchFamily="2" charset="2"/>
              <a:buNone/>
            </a:pPr>
            <a:r>
              <a:rPr lang="zh-CN" altLang="en-US" sz="1200" b="1" dirty="0" smtClean="0">
                <a:latin typeface="+mn-ea"/>
              </a:rPr>
              <a:t>一个集群中，可用定义多个，并使用小写字母。索引类似一本书的目录，加快获取内容的</a:t>
            </a:r>
            <a:r>
              <a:rPr lang="zh-CN" altLang="en-US" sz="1200" b="1" dirty="0" smtClean="0">
                <a:latin typeface="+mn-ea"/>
              </a:rPr>
              <a:t>速度。</a:t>
            </a:r>
            <a:endParaRPr lang="zh-CN" altLang="en-US" sz="12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1200" b="1" dirty="0" smtClean="0">
                <a:latin typeface="+mn-ea"/>
              </a:rPr>
              <a:t>类型（type)</a:t>
            </a:r>
            <a:endParaRPr lang="zh-CN" altLang="en-US" sz="1200" b="1" dirty="0" smtClean="0">
              <a:latin typeface="+mn-ea"/>
            </a:endParaRPr>
          </a:p>
          <a:p>
            <a:pPr marL="457200" lvl="1" indent="0">
              <a:lnSpc>
                <a:spcPct val="150000"/>
              </a:lnSpc>
              <a:buClr>
                <a:srgbClr val="FF0000"/>
              </a:buClr>
              <a:buFont typeface="Wingdings" panose="05000000000000000000" pitchFamily="2" charset="2"/>
              <a:buNone/>
            </a:pPr>
            <a:r>
              <a:rPr lang="en-US" altLang="zh-CN" sz="1200" b="1" dirty="0" smtClean="0">
                <a:latin typeface="+mn-ea"/>
              </a:rPr>
              <a:t>7.x</a:t>
            </a:r>
            <a:r>
              <a:rPr lang="zh-CN" altLang="en-US" sz="1200" b="1" dirty="0" smtClean="0">
                <a:latin typeface="+mn-ea"/>
              </a:rPr>
              <a:t>后默认不在支持自定义索引类型（默认类型为</a:t>
            </a:r>
            <a:r>
              <a:rPr lang="en-US" altLang="zh-CN" sz="1200" b="1" dirty="0" smtClean="0">
                <a:latin typeface="+mn-ea"/>
              </a:rPr>
              <a:t>: _doc)</a:t>
            </a:r>
            <a:endParaRPr lang="zh-CN" altLang="en-US" sz="12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1200" b="1" dirty="0" smtClean="0">
                <a:latin typeface="+mn-ea"/>
              </a:rPr>
              <a:t>字段（Field）</a:t>
            </a:r>
            <a:endParaRPr lang="zh-CN" altLang="en-US" sz="1200" b="1" dirty="0" smtClean="0">
              <a:latin typeface="+mn-ea"/>
            </a:endParaRPr>
          </a:p>
          <a:p>
            <a:pPr indent="457200">
              <a:lnSpc>
                <a:spcPct val="150000"/>
              </a:lnSpc>
              <a:buClr>
                <a:srgbClr val="FF0000"/>
              </a:buClr>
              <a:buFont typeface="Wingdings" panose="05000000000000000000" pitchFamily="2" charset="2"/>
              <a:buNone/>
            </a:pPr>
            <a:r>
              <a:rPr lang="zh-CN" altLang="en-US" sz="1200" b="1" dirty="0" smtClean="0">
                <a:latin typeface="+mn-ea"/>
              </a:rPr>
              <a:t>相当于是数据表的字段，对文档数据根不同属性进行分类标识</a:t>
            </a:r>
            <a:r>
              <a:rPr lang="en-US" altLang="zh-CN" sz="1200" b="1" dirty="0" smtClean="0">
                <a:latin typeface="+mn-ea"/>
              </a:rPr>
              <a:t> 例如，文档中的 name、age、email</a:t>
            </a:r>
            <a:endParaRPr lang="en-US" altLang="zh-CN" sz="12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1200" b="1" dirty="0" smtClean="0">
                <a:latin typeface="+mn-ea"/>
              </a:rPr>
              <a:t>映射(Mapping)</a:t>
            </a:r>
            <a:endParaRPr lang="zh-CN" altLang="en-US" sz="1200" b="1" dirty="0" smtClean="0">
              <a:latin typeface="+mn-ea"/>
            </a:endParaRPr>
          </a:p>
          <a:p>
            <a:pPr marL="457200" lvl="1" indent="0">
              <a:lnSpc>
                <a:spcPct val="150000"/>
              </a:lnSpc>
              <a:buClr>
                <a:srgbClr val="FF0000"/>
              </a:buClr>
              <a:buFont typeface="Wingdings" panose="05000000000000000000" pitchFamily="2" charset="2"/>
              <a:buNone/>
            </a:pPr>
            <a:r>
              <a:rPr lang="zh-CN" altLang="en-US" sz="1200" b="1" dirty="0" smtClean="0">
                <a:latin typeface="+mn-ea"/>
              </a:rPr>
              <a:t>类似于</a:t>
            </a:r>
            <a:r>
              <a:rPr lang="en-US" altLang="zh-CN" sz="1200" b="1" dirty="0" smtClean="0">
                <a:latin typeface="+mn-ea"/>
              </a:rPr>
              <a:t>mysql</a:t>
            </a:r>
            <a:r>
              <a:rPr lang="zh-CN" altLang="en-US" sz="1200" b="1" dirty="0" smtClean="0">
                <a:latin typeface="+mn-ea"/>
              </a:rPr>
              <a:t>的属性：</a:t>
            </a:r>
            <a:r>
              <a:rPr lang="en-US" altLang="zh-CN" sz="1200" b="1" dirty="0" smtClean="0">
                <a:latin typeface="+mn-ea"/>
              </a:rPr>
              <a:t>char</a:t>
            </a:r>
            <a:r>
              <a:rPr lang="zh-CN" altLang="en-US" sz="1200" b="1" dirty="0" smtClean="0">
                <a:latin typeface="+mn-ea"/>
              </a:rPr>
              <a:t>、</a:t>
            </a:r>
            <a:r>
              <a:rPr lang="en-US" altLang="zh-CN" sz="1200" b="1" dirty="0" smtClean="0">
                <a:latin typeface="+mn-ea"/>
              </a:rPr>
              <a:t>varchar</a:t>
            </a:r>
            <a:r>
              <a:rPr lang="zh-CN" altLang="en-US" sz="1200" b="1" dirty="0" smtClean="0">
                <a:latin typeface="+mn-ea"/>
              </a:rPr>
              <a:t>，在</a:t>
            </a:r>
            <a:r>
              <a:rPr lang="en-US" altLang="zh-CN" sz="1200" b="1" dirty="0" smtClean="0">
                <a:latin typeface="+mn-ea"/>
              </a:rPr>
              <a:t>es</a:t>
            </a:r>
            <a:r>
              <a:rPr lang="zh-CN" altLang="en-US" sz="1200" b="1" dirty="0" smtClean="0">
                <a:latin typeface="+mn-ea"/>
              </a:rPr>
              <a:t>中可用某个字段的数据类型和</a:t>
            </a:r>
            <a:r>
              <a:rPr lang="zh-CN" altLang="en-US" sz="1200" b="1" dirty="0" smtClean="0">
                <a:latin typeface="+mn-ea"/>
              </a:rPr>
              <a:t>规则做</a:t>
            </a:r>
            <a:r>
              <a:rPr lang="zh-CN" altLang="en-US" sz="1200" b="1" dirty="0" smtClean="0">
                <a:latin typeface="+mn-ea"/>
              </a:rPr>
              <a:t>限制。</a:t>
            </a:r>
            <a:endParaRPr lang="zh-CN" altLang="en-US" sz="1200" b="1" dirty="0" smtClean="0">
              <a:latin typeface="+mn-ea"/>
            </a:endParaRPr>
          </a:p>
          <a:p>
            <a:pPr marL="457200" lvl="1" indent="457200">
              <a:lnSpc>
                <a:spcPct val="150000"/>
              </a:lnSpc>
              <a:buClr>
                <a:srgbClr val="FF0000"/>
              </a:buClr>
              <a:buFont typeface="Wingdings" panose="05000000000000000000" pitchFamily="2" charset="2"/>
              <a:buNone/>
            </a:pPr>
            <a:r>
              <a:rPr lang="zh-CN" altLang="en-US" sz="800" b="1" dirty="0" smtClean="0">
                <a:latin typeface="+mn-ea"/>
              </a:rPr>
              <a:t>Text：用于全文搜索的文本类型。Keyword：适合精确匹配的字符串类型，例如标签或关键字。</a:t>
            </a:r>
            <a:endParaRPr lang="zh-CN" altLang="en-US" sz="800" b="1" dirty="0" smtClean="0">
              <a:latin typeface="+mn-ea"/>
            </a:endParaRPr>
          </a:p>
          <a:p>
            <a:pPr marL="457200" lvl="1" indent="457200">
              <a:lnSpc>
                <a:spcPct val="150000"/>
              </a:lnSpc>
              <a:buClr>
                <a:srgbClr val="FF0000"/>
              </a:buClr>
              <a:buFont typeface="Wingdings" panose="05000000000000000000" pitchFamily="2" charset="2"/>
              <a:buNone/>
            </a:pPr>
            <a:r>
              <a:rPr lang="zh-CN" altLang="en-US" sz="800" b="1" dirty="0" smtClean="0">
                <a:latin typeface="+mn-ea"/>
              </a:rPr>
              <a:t>Numeric：包括整数（integer）、长整数（long）、短整数（short）、字节（byte）、浮点数（float）、双精度浮点数（double）等数值类型。</a:t>
            </a:r>
            <a:endParaRPr lang="zh-CN" altLang="en-US" sz="800" b="1" dirty="0" smtClean="0">
              <a:latin typeface="+mn-ea"/>
            </a:endParaRPr>
          </a:p>
          <a:p>
            <a:pPr marL="457200" lvl="1" indent="457200">
              <a:lnSpc>
                <a:spcPct val="150000"/>
              </a:lnSpc>
              <a:buClr>
                <a:srgbClr val="FF0000"/>
              </a:buClr>
              <a:buFont typeface="Wingdings" panose="05000000000000000000" pitchFamily="2" charset="2"/>
              <a:buNone/>
            </a:pPr>
            <a:r>
              <a:rPr lang="zh-CN" altLang="en-US" sz="800" b="1" dirty="0" smtClean="0">
                <a:latin typeface="+mn-ea"/>
              </a:rPr>
              <a:t>Date：日期类型，支持各种日期格式。Boolean：布尔类型，支持 true 和 false 值。Binary：二进制类型，用于存储二进制数据。</a:t>
            </a:r>
            <a:endParaRPr lang="zh-CN" altLang="en-US" sz="8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1200" b="1" dirty="0" smtClean="0">
                <a:latin typeface="+mn-ea"/>
              </a:rPr>
              <a:t>分片（Shards）</a:t>
            </a:r>
            <a:endParaRPr lang="zh-CN" altLang="en-US" sz="1200" b="1" dirty="0" smtClean="0">
              <a:latin typeface="+mn-ea"/>
            </a:endParaRPr>
          </a:p>
          <a:p>
            <a:pPr marL="457200" lvl="1" indent="0">
              <a:lnSpc>
                <a:spcPct val="150000"/>
              </a:lnSpc>
              <a:buClr>
                <a:srgbClr val="FF0000"/>
              </a:buClr>
              <a:buFont typeface="Wingdings" panose="05000000000000000000" pitchFamily="2" charset="2"/>
              <a:buNone/>
            </a:pPr>
            <a:r>
              <a:rPr lang="en-US" altLang="zh-CN" sz="1200" b="1" dirty="0" smtClean="0">
                <a:latin typeface="+mn-ea"/>
              </a:rPr>
              <a:t>es</a:t>
            </a:r>
            <a:r>
              <a:rPr lang="zh-CN" altLang="en-US" sz="1200" b="1" dirty="0" smtClean="0">
                <a:latin typeface="+mn-ea"/>
              </a:rPr>
              <a:t>提供了将索引划分成多份的能力，提高搜索的能力，降低响应，避免一个文件过大的</a:t>
            </a:r>
            <a:r>
              <a:rPr lang="zh-CN" altLang="en-US" sz="1200" b="1" dirty="0" smtClean="0">
                <a:latin typeface="+mn-ea"/>
              </a:rPr>
              <a:t>问题</a:t>
            </a:r>
            <a:endParaRPr lang="zh-CN" altLang="en-US" sz="12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1200" b="1" dirty="0" smtClean="0">
                <a:latin typeface="+mn-ea"/>
              </a:rPr>
              <a:t>副本（Replicas）</a:t>
            </a:r>
            <a:endParaRPr lang="zh-CN" altLang="en-US" sz="1200" b="1" dirty="0" smtClean="0">
              <a:latin typeface="+mn-ea"/>
            </a:endParaRPr>
          </a:p>
          <a:p>
            <a:pPr marL="457200" lvl="1" indent="0">
              <a:lnSpc>
                <a:spcPct val="150000"/>
              </a:lnSpc>
              <a:buClr>
                <a:srgbClr val="FF0000"/>
              </a:buClr>
              <a:buFont typeface="Wingdings" panose="05000000000000000000" pitchFamily="2" charset="2"/>
              <a:buNone/>
            </a:pPr>
            <a:r>
              <a:rPr lang="zh-CN" altLang="en-US" sz="1200" b="1" dirty="0" smtClean="0">
                <a:latin typeface="+mn-ea"/>
              </a:rPr>
              <a:t>在一个网络</a:t>
            </a:r>
            <a:r>
              <a:rPr lang="en-US" altLang="zh-CN" sz="1200" b="1" dirty="0" smtClean="0">
                <a:latin typeface="+mn-ea"/>
              </a:rPr>
              <a:t>/</a:t>
            </a:r>
            <a:r>
              <a:rPr lang="zh-CN" altLang="en-US" sz="1200" b="1" dirty="0" smtClean="0">
                <a:latin typeface="+mn-ea"/>
              </a:rPr>
              <a:t>云环境里，失败随时都可能发生，为此</a:t>
            </a:r>
            <a:r>
              <a:rPr lang="en-US" altLang="zh-CN" sz="1200" b="1" dirty="0" smtClean="0">
                <a:latin typeface="+mn-ea"/>
              </a:rPr>
              <a:t>es</a:t>
            </a:r>
            <a:r>
              <a:rPr lang="zh-CN" altLang="en-US" sz="1200" b="1" dirty="0" smtClean="0">
                <a:latin typeface="+mn-ea"/>
              </a:rPr>
              <a:t>允许分片进行多份拷贝，这种称为</a:t>
            </a:r>
            <a:r>
              <a:rPr lang="zh-CN" altLang="en-US" sz="1200" b="1" dirty="0" smtClean="0">
                <a:latin typeface="+mn-ea"/>
              </a:rPr>
              <a:t>副本</a:t>
            </a:r>
            <a:endParaRPr lang="zh-CN" altLang="en-US" sz="1200" b="1" dirty="0" smtClean="0">
              <a:latin typeface="+mn-ea"/>
            </a:endParaRPr>
          </a:p>
          <a:p>
            <a:pPr indent="0">
              <a:lnSpc>
                <a:spcPct val="150000"/>
              </a:lnSpc>
              <a:buClr>
                <a:srgbClr val="FF0000"/>
              </a:buClr>
              <a:buFont typeface="Wingdings" panose="05000000000000000000" pitchFamily="2" charset="2"/>
              <a:buNone/>
            </a:pPr>
            <a:endParaRPr lang="zh-CN" altLang="en-US" sz="12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核心</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概念</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64930" cy="783590"/>
          </a:xfrm>
          <a:prstGeom prst="rect">
            <a:avLst/>
          </a:prstGeom>
          <a:noFill/>
          <a:ln w="19050">
            <a:solidFill>
              <a:schemeClr val="bg1">
                <a:lumMod val="75000"/>
              </a:schemeClr>
            </a:solidFill>
          </a:ln>
        </p:spPr>
        <p:txBody>
          <a:bodyPr wrap="square" rtlCol="0" anchor="t">
            <a:sp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routing 是一个可变值，默认是文档的_id,也可以设置成一个自定义的值。routing通过hash函数生成一个数字，然后这个数字再处于number_of_primary_shards（主分片的数量）后得到余数。这个分布在0到number_of_primary_shards-1之间的余数，就是我们所寻求的文档所在分片的位置。</a:t>
            </a:r>
            <a:r>
              <a:rPr lang="en-US" altLang="zh-CN" sz="1000" b="1" dirty="0" smtClean="0">
                <a:latin typeface="+mn-ea"/>
              </a:rPr>
              <a:t> </a:t>
            </a:r>
            <a:endParaRPr lang="en-US" altLang="zh-CN" sz="10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路由</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计算</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文本框 4"/>
          <p:cNvSpPr txBox="1"/>
          <p:nvPr/>
        </p:nvSpPr>
        <p:spPr>
          <a:xfrm>
            <a:off x="107315" y="2068195"/>
            <a:ext cx="4572000" cy="65532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800" b="1" dirty="0" smtClean="0">
                <a:latin typeface="+mn-ea"/>
              </a:rPr>
              <a:t>当张三需要写入数据时，通过</a:t>
            </a:r>
            <a:r>
              <a:rPr lang="zh-CN" altLang="en-US" sz="800" b="1" dirty="0" smtClean="0">
                <a:latin typeface="+mn-ea"/>
                <a:sym typeface="+mn-ea"/>
              </a:rPr>
              <a:t>将</a:t>
            </a:r>
            <a:r>
              <a:rPr lang="en-US" altLang="zh-CN" sz="800" b="1" dirty="0" smtClean="0">
                <a:latin typeface="+mn-ea"/>
                <a:sym typeface="+mn-ea"/>
              </a:rPr>
              <a:t>zhangsan</a:t>
            </a:r>
            <a:r>
              <a:rPr lang="zh-CN" altLang="en-US" sz="800" b="1" dirty="0" smtClean="0">
                <a:latin typeface="+mn-ea"/>
                <a:sym typeface="+mn-ea"/>
              </a:rPr>
              <a:t>的流量流入到协调节点</a:t>
            </a:r>
            <a:r>
              <a:rPr lang="zh-CN" altLang="en-US" sz="800" b="1" dirty="0" smtClean="0">
                <a:latin typeface="+mn-ea"/>
              </a:rPr>
              <a:t>，然后</a:t>
            </a:r>
            <a:r>
              <a:rPr lang="en-US" altLang="zh-CN" sz="800" b="1" dirty="0" smtClean="0">
                <a:latin typeface="+mn-ea"/>
                <a:sym typeface="+mn-ea"/>
              </a:rPr>
              <a:t> route_hash(_id) </a:t>
            </a:r>
            <a:r>
              <a:rPr lang="zh-CN" altLang="en-US" sz="800" b="1" dirty="0" smtClean="0">
                <a:latin typeface="+mn-ea"/>
                <a:sym typeface="+mn-ea"/>
              </a:rPr>
              <a:t>进行计算分配</a:t>
            </a:r>
            <a:r>
              <a:rPr lang="zh-CN" altLang="en-US" sz="800" b="1" dirty="0" smtClean="0">
                <a:latin typeface="+mn-ea"/>
              </a:rPr>
              <a:t>，分配到</a:t>
            </a:r>
            <a:r>
              <a:rPr lang="zh-CN" altLang="en-US" sz="800" b="1" dirty="0" smtClean="0">
                <a:latin typeface="+mn-ea"/>
              </a:rPr>
              <a:t>主分片</a:t>
            </a:r>
            <a:endParaRPr lang="zh-CN" altLang="en-US" sz="800" b="1" dirty="0" smtClean="0">
              <a:latin typeface="+mn-ea"/>
            </a:endParaRPr>
          </a:p>
          <a:p>
            <a:pPr indent="0">
              <a:lnSpc>
                <a:spcPct val="150000"/>
              </a:lnSpc>
              <a:buClr>
                <a:srgbClr val="FF0000"/>
              </a:buClr>
              <a:buFont typeface="Wingdings" panose="05000000000000000000" pitchFamily="2" charset="2"/>
              <a:buNone/>
            </a:pPr>
            <a:endParaRPr lang="zh-CN" altLang="en-US" sz="800" b="1" dirty="0" smtClean="0">
              <a:latin typeface="+mn-ea"/>
            </a:endParaRPr>
          </a:p>
        </p:txBody>
      </p:sp>
      <p:pic>
        <p:nvPicPr>
          <p:cNvPr id="6" name="图片 5"/>
          <p:cNvPicPr>
            <a:picLocks noChangeAspect="1"/>
          </p:cNvPicPr>
          <p:nvPr/>
        </p:nvPicPr>
        <p:blipFill>
          <a:blip r:embed="rId2"/>
          <a:stretch>
            <a:fillRect/>
          </a:stretch>
        </p:blipFill>
        <p:spPr>
          <a:xfrm>
            <a:off x="395605" y="3004185"/>
            <a:ext cx="4097655" cy="2053590"/>
          </a:xfrm>
          <a:prstGeom prst="rect">
            <a:avLst/>
          </a:prstGeom>
        </p:spPr>
      </p:pic>
      <p:sp>
        <p:nvSpPr>
          <p:cNvPr id="7" name="文本框 6"/>
          <p:cNvSpPr txBox="1"/>
          <p:nvPr/>
        </p:nvSpPr>
        <p:spPr>
          <a:xfrm>
            <a:off x="4679315" y="2068195"/>
            <a:ext cx="4446270" cy="65532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800" b="1" dirty="0" smtClean="0">
                <a:latin typeface="+mn-ea"/>
              </a:rPr>
              <a:t>当张三需要读取数据时，将请求随机分配到一个节点，如node3收</a:t>
            </a:r>
            <a:r>
              <a:rPr lang="zh-CN" altLang="en-US" sz="800" b="1" dirty="0" smtClean="0">
                <a:latin typeface="+mn-ea"/>
              </a:rPr>
              <a:t>到请求后，充当协调节点，然后根据路由计算，将流量进行轮询调度，分配到不</a:t>
            </a:r>
            <a:r>
              <a:rPr lang="zh-CN" altLang="en-US" sz="800" b="1" dirty="0" smtClean="0">
                <a:latin typeface="+mn-ea"/>
              </a:rPr>
              <a:t>同的副本进行查询，并将结果进行返回</a:t>
            </a:r>
            <a:endParaRPr lang="zh-CN" altLang="en-US" sz="800" b="1" dirty="0" smtClean="0">
              <a:latin typeface="+mn-ea"/>
            </a:endParaRPr>
          </a:p>
        </p:txBody>
      </p:sp>
      <p:pic>
        <p:nvPicPr>
          <p:cNvPr id="8" name="图片 7"/>
          <p:cNvPicPr>
            <a:picLocks noChangeAspect="1"/>
          </p:cNvPicPr>
          <p:nvPr/>
        </p:nvPicPr>
        <p:blipFill>
          <a:blip r:embed="rId3"/>
          <a:stretch>
            <a:fillRect/>
          </a:stretch>
        </p:blipFill>
        <p:spPr>
          <a:xfrm>
            <a:off x="4549140" y="3004185"/>
            <a:ext cx="4594860" cy="205359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64930" cy="553085"/>
          </a:xfrm>
          <a:prstGeom prst="rect">
            <a:avLst/>
          </a:prstGeom>
          <a:noFill/>
          <a:ln w="19050">
            <a:solidFill>
              <a:schemeClr val="bg1">
                <a:lumMod val="75000"/>
              </a:schemeClr>
            </a:solidFill>
          </a:ln>
        </p:spPr>
        <p:txBody>
          <a:bodyPr wrap="square" rtlCol="0" anchor="t">
            <a:sp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分配控制（Shard Allocation Control）是指控制分片（shard）如何分配到不同的节点上的机制分片分配的控制对于维护集群的健康状态、提高性能和确保数据高可用性非常重要。</a:t>
            </a:r>
            <a:endParaRPr lang="zh-CN" altLang="en-US" sz="10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分配</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控制</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文本框 1"/>
          <p:cNvSpPr txBox="1"/>
          <p:nvPr/>
        </p:nvSpPr>
        <p:spPr>
          <a:xfrm>
            <a:off x="107315" y="1492250"/>
            <a:ext cx="3860800" cy="147955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zh-CN" altLang="en-US" sz="900" b="1" dirty="0" smtClean="0">
                <a:latin typeface="+mn-ea"/>
              </a:rPr>
              <a:t>写流程</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r>
              <a:rPr lang="zh-CN" altLang="en-US" sz="900" b="1" dirty="0" smtClean="0">
                <a:latin typeface="+mn-ea"/>
              </a:rPr>
              <a:t>客户端发起写入请求，请求到协调节点，协调节点根据</a:t>
            </a:r>
            <a:r>
              <a:rPr lang="en-US" altLang="zh-CN" sz="900" b="1" dirty="0" smtClean="0">
                <a:latin typeface="+mn-ea"/>
              </a:rPr>
              <a:t>HASH_</a:t>
            </a:r>
            <a:r>
              <a:rPr lang="zh-CN" altLang="en-US" sz="900" b="1" dirty="0" smtClean="0">
                <a:latin typeface="+mn-ea"/>
              </a:rPr>
              <a:t>（</a:t>
            </a:r>
            <a:r>
              <a:rPr lang="en-US" altLang="zh-CN" sz="900" b="1" dirty="0" smtClean="0">
                <a:latin typeface="+mn-ea"/>
              </a:rPr>
              <a:t>id)</a:t>
            </a:r>
            <a:r>
              <a:rPr lang="zh-CN" altLang="en-US" sz="900" b="1" dirty="0" smtClean="0">
                <a:latin typeface="+mn-ea"/>
              </a:rPr>
              <a:t>路由判断数据应该写入那个节点中的那个分片，然后找到主分片进行写入，分片底层是</a:t>
            </a:r>
            <a:r>
              <a:rPr lang="en-US" altLang="zh-CN" sz="900" b="1" dirty="0" smtClean="0">
                <a:latin typeface="+mn-ea"/>
              </a:rPr>
              <a:t>Lucene</a:t>
            </a:r>
            <a:r>
              <a:rPr lang="zh-CN" altLang="en-US" sz="900" b="1" dirty="0" smtClean="0">
                <a:latin typeface="+mn-ea"/>
              </a:rPr>
              <a:t>所以最终将数据写入到</a:t>
            </a:r>
            <a:r>
              <a:rPr lang="en-US" altLang="zh-CN" sz="900" b="1" dirty="0" smtClean="0">
                <a:latin typeface="+mn-ea"/>
              </a:rPr>
              <a:t>Segment</a:t>
            </a:r>
            <a:r>
              <a:rPr lang="zh-CN" altLang="en-US" sz="900" b="1" dirty="0" smtClean="0">
                <a:latin typeface="+mn-ea"/>
              </a:rPr>
              <a:t>内。主分片写入成功后会将数据同步给副本分片，等最后一个副本分片写入完成后，将结果返回给协调节点，给</a:t>
            </a:r>
            <a:r>
              <a:rPr lang="zh-CN" altLang="en-US" sz="900" b="1" dirty="0" smtClean="0">
                <a:latin typeface="+mn-ea"/>
              </a:rPr>
              <a:t>客户。</a:t>
            </a:r>
            <a:endParaRPr lang="zh-CN" altLang="en-US" sz="900" b="1" dirty="0" smtClean="0">
              <a:latin typeface="+mn-ea"/>
            </a:endParaRPr>
          </a:p>
        </p:txBody>
      </p:sp>
      <p:sp>
        <p:nvSpPr>
          <p:cNvPr id="10" name="文本框 9"/>
          <p:cNvSpPr txBox="1"/>
          <p:nvPr/>
        </p:nvSpPr>
        <p:spPr>
          <a:xfrm>
            <a:off x="4427855" y="1492250"/>
            <a:ext cx="3860800" cy="147955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zh-CN" altLang="en-US" sz="900" b="1" dirty="0" smtClean="0">
                <a:latin typeface="+mn-ea"/>
              </a:rPr>
              <a:t>查询流程</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r>
              <a:rPr lang="zh-CN" altLang="en-US" sz="900" b="1" dirty="0" smtClean="0">
                <a:latin typeface="+mn-ea"/>
                <a:sym typeface="+mn-ea"/>
              </a:rPr>
              <a:t>客户端发起写入请求，请求到协调节点，协调节点根据</a:t>
            </a:r>
            <a:r>
              <a:rPr lang="en-US" altLang="zh-CN" sz="900" b="1" dirty="0" smtClean="0">
                <a:latin typeface="+mn-ea"/>
                <a:sym typeface="+mn-ea"/>
              </a:rPr>
              <a:t> index name</a:t>
            </a:r>
            <a:r>
              <a:rPr lang="zh-CN" altLang="en-US" sz="900" b="1" dirty="0" smtClean="0">
                <a:latin typeface="+mn-ea"/>
                <a:sym typeface="+mn-ea"/>
              </a:rPr>
              <a:t>的信息</a:t>
            </a:r>
            <a:r>
              <a:rPr lang="en-US" altLang="zh-CN" sz="900" b="1" dirty="0" smtClean="0">
                <a:latin typeface="+mn-ea"/>
                <a:sym typeface="+mn-ea"/>
              </a:rPr>
              <a:t> </a:t>
            </a:r>
            <a:r>
              <a:rPr lang="zh-CN" altLang="en-US" sz="900" b="1" dirty="0" smtClean="0">
                <a:latin typeface="+mn-ea"/>
                <a:sym typeface="+mn-ea"/>
              </a:rPr>
              <a:t>可用了解到</a:t>
            </a:r>
            <a:r>
              <a:rPr lang="en-US" altLang="zh-CN" sz="900" b="1" dirty="0" smtClean="0">
                <a:latin typeface="+mn-ea"/>
                <a:sym typeface="+mn-ea"/>
              </a:rPr>
              <a:t>index name </a:t>
            </a:r>
            <a:r>
              <a:rPr lang="zh-CN" altLang="en-US" sz="900" b="1" dirty="0" smtClean="0">
                <a:latin typeface="+mn-ea"/>
                <a:sym typeface="+mn-ea"/>
              </a:rPr>
              <a:t>被分为了几个分片，以及这些分片分散在那个数据节点上，然后将请求转发到这些分片节点的副本上，搜索请求到达分片后，分片底层的</a:t>
            </a:r>
            <a:r>
              <a:rPr lang="en-US" altLang="zh-CN" sz="900" b="1" dirty="0" smtClean="0">
                <a:latin typeface="+mn-ea"/>
                <a:sym typeface="+mn-ea"/>
              </a:rPr>
              <a:t>Lucene</a:t>
            </a:r>
            <a:r>
              <a:rPr lang="zh-CN" altLang="en-US" sz="900" b="1" dirty="0" smtClean="0">
                <a:latin typeface="+mn-ea"/>
                <a:sym typeface="+mn-ea"/>
              </a:rPr>
              <a:t>库，会并发搜索多个</a:t>
            </a:r>
            <a:r>
              <a:rPr lang="en-US" altLang="zh-CN" sz="900" b="1" dirty="0" smtClean="0">
                <a:latin typeface="+mn-ea"/>
                <a:sym typeface="+mn-ea"/>
              </a:rPr>
              <a:t>segment</a:t>
            </a:r>
            <a:r>
              <a:rPr lang="zh-CN" altLang="en-US" sz="900" b="1" dirty="0" smtClean="0">
                <a:latin typeface="+mn-ea"/>
                <a:sym typeface="+mn-ea"/>
              </a:rPr>
              <a:t>，利用每个</a:t>
            </a:r>
            <a:r>
              <a:rPr lang="en-US" altLang="zh-CN" sz="900" b="1" dirty="0" smtClean="0">
                <a:latin typeface="+mn-ea"/>
                <a:sym typeface="+mn-ea"/>
              </a:rPr>
              <a:t>segment</a:t>
            </a:r>
            <a:r>
              <a:rPr lang="zh-CN" altLang="en-US" sz="900" b="1" dirty="0" smtClean="0">
                <a:latin typeface="+mn-ea"/>
                <a:sym typeface="+mn-ea"/>
              </a:rPr>
              <a:t>倒排索引获取到对应文档</a:t>
            </a:r>
            <a:r>
              <a:rPr lang="en-US" altLang="zh-CN" sz="900" b="1" dirty="0" smtClean="0">
                <a:latin typeface="+mn-ea"/>
                <a:sym typeface="+mn-ea"/>
              </a:rPr>
              <a:t>ID</a:t>
            </a:r>
            <a:r>
              <a:rPr lang="zh-CN" altLang="en-US" sz="900" b="1" dirty="0" smtClean="0">
                <a:latin typeface="+mn-ea"/>
                <a:sym typeface="+mn-ea"/>
              </a:rPr>
              <a:t>，并将结果返回给协调节点和</a:t>
            </a:r>
            <a:r>
              <a:rPr lang="zh-CN" altLang="en-US" sz="900" b="1" dirty="0" smtClean="0">
                <a:latin typeface="+mn-ea"/>
                <a:sym typeface="+mn-ea"/>
              </a:rPr>
              <a:t>客户</a:t>
            </a:r>
            <a:endParaRPr lang="zh-CN" altLang="en-US" sz="900" b="1" dirty="0" smtClean="0">
              <a:latin typeface="+mn-ea"/>
              <a:sym typeface="+mn-ea"/>
            </a:endParaRPr>
          </a:p>
        </p:txBody>
      </p:sp>
      <p:pic>
        <p:nvPicPr>
          <p:cNvPr id="13" name="图片 12"/>
          <p:cNvPicPr>
            <a:picLocks noChangeAspect="1"/>
          </p:cNvPicPr>
          <p:nvPr/>
        </p:nvPicPr>
        <p:blipFill>
          <a:blip r:embed="rId2"/>
          <a:stretch>
            <a:fillRect/>
          </a:stretch>
        </p:blipFill>
        <p:spPr>
          <a:xfrm>
            <a:off x="179705" y="3041650"/>
            <a:ext cx="3910965" cy="1951990"/>
          </a:xfrm>
          <a:prstGeom prst="rect">
            <a:avLst/>
          </a:prstGeom>
        </p:spPr>
      </p:pic>
      <p:pic>
        <p:nvPicPr>
          <p:cNvPr id="5" name="图片 4"/>
          <p:cNvPicPr>
            <a:picLocks noChangeAspect="1"/>
          </p:cNvPicPr>
          <p:nvPr/>
        </p:nvPicPr>
        <p:blipFill>
          <a:blip r:embed="rId3"/>
          <a:stretch>
            <a:fillRect/>
          </a:stretch>
        </p:blipFill>
        <p:spPr>
          <a:xfrm>
            <a:off x="4419600" y="3067050"/>
            <a:ext cx="3869055" cy="185928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分配</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控制</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2"/>
          <a:stretch>
            <a:fillRect/>
          </a:stretch>
        </p:blipFill>
        <p:spPr>
          <a:xfrm>
            <a:off x="179070" y="3435350"/>
            <a:ext cx="3942080" cy="1751965"/>
          </a:xfrm>
          <a:prstGeom prst="rect">
            <a:avLst/>
          </a:prstGeom>
        </p:spPr>
      </p:pic>
      <p:sp>
        <p:nvSpPr>
          <p:cNvPr id="6" name="文本框 5"/>
          <p:cNvSpPr txBox="1"/>
          <p:nvPr/>
        </p:nvSpPr>
        <p:spPr>
          <a:xfrm>
            <a:off x="251460" y="735965"/>
            <a:ext cx="4443730" cy="216789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zh-CN" altLang="en-US" sz="900" b="1" dirty="0" smtClean="0">
                <a:latin typeface="+mn-ea"/>
              </a:rPr>
              <a:t>更新</a:t>
            </a:r>
            <a:r>
              <a:rPr lang="zh-CN" altLang="en-US" sz="900" b="1" dirty="0" smtClean="0">
                <a:latin typeface="+mn-ea"/>
              </a:rPr>
              <a:t>流程</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r>
              <a:rPr lang="zh-CN" altLang="en-US" sz="900" b="1" dirty="0" smtClean="0">
                <a:latin typeface="+mn-ea"/>
              </a:rPr>
              <a:t>1. 客户端向Node1 发送更新请求</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r>
              <a:rPr lang="zh-CN" altLang="en-US" sz="900" b="1" dirty="0" smtClean="0">
                <a:latin typeface="+mn-ea"/>
              </a:rPr>
              <a:t>2. 他将请求转发到主分片所在的Node3.</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r>
              <a:rPr lang="zh-CN" altLang="en-US" sz="900" b="1" dirty="0" smtClean="0">
                <a:latin typeface="+mn-ea"/>
              </a:rPr>
              <a:t>3. Node3从主分片索引文档，修改_source字段中的JSON，并尝试重新索引主分片的文档。如果文档已经被另一个进程修改，他会重试3次，超过retry_on_conflict此后放弃</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r>
              <a:rPr lang="zh-CN" altLang="en-US" sz="900" b="1" dirty="0" smtClean="0">
                <a:latin typeface="+mn-ea"/>
              </a:rPr>
              <a:t>4. 如果 Node 3 成功地更新文档，它将新版本的文档并行转发到 Node 1 和 Node 2 上的副本分片，重新建立索引。一旦所有副本分片都返回成功， Node 3 向协调节点也返回成功，协调节点向客户端返回成功。</a:t>
            </a:r>
            <a:endParaRPr lang="zh-CN" altLang="en-US" sz="900" b="1" dirty="0" smtClean="0">
              <a:latin typeface="+mn-ea"/>
            </a:endParaRPr>
          </a:p>
        </p:txBody>
      </p:sp>
      <p:pic>
        <p:nvPicPr>
          <p:cNvPr id="9" name="图片 8"/>
          <p:cNvPicPr>
            <a:picLocks noChangeAspect="1"/>
          </p:cNvPicPr>
          <p:nvPr/>
        </p:nvPicPr>
        <p:blipFill>
          <a:blip r:embed="rId3"/>
          <a:stretch>
            <a:fillRect/>
          </a:stretch>
        </p:blipFill>
        <p:spPr>
          <a:xfrm>
            <a:off x="4788535" y="3004185"/>
            <a:ext cx="3997325" cy="2060575"/>
          </a:xfrm>
          <a:prstGeom prst="rect">
            <a:avLst/>
          </a:prstGeom>
        </p:spPr>
      </p:pic>
      <p:sp>
        <p:nvSpPr>
          <p:cNvPr id="10" name="文本框 9"/>
          <p:cNvSpPr txBox="1"/>
          <p:nvPr/>
        </p:nvSpPr>
        <p:spPr>
          <a:xfrm>
            <a:off x="4695190" y="735965"/>
            <a:ext cx="4451350" cy="2168525"/>
          </a:xfrm>
          <a:prstGeom prst="rect">
            <a:avLst/>
          </a:prstGeom>
          <a:noFill/>
          <a:ln w="19050">
            <a:solidFill>
              <a:schemeClr val="bg1">
                <a:lumMod val="75000"/>
              </a:schemeClr>
            </a:solidFill>
          </a:ln>
        </p:spPr>
        <p:txBody>
          <a:bodyPr wrap="square" rtlCol="0">
            <a:spAutoFit/>
          </a:bodyPr>
          <a:p>
            <a:pPr marL="342900" indent="-342900">
              <a:lnSpc>
                <a:spcPct val="150000"/>
              </a:lnSpc>
              <a:buClr>
                <a:srgbClr val="FF0000"/>
              </a:buClr>
              <a:buFont typeface="Wingdings" panose="05000000000000000000" pitchFamily="2" charset="2"/>
              <a:buChar char="n"/>
            </a:pPr>
            <a:r>
              <a:rPr lang="zh-CN" altLang="en-US" sz="900" b="1" dirty="0" smtClean="0">
                <a:latin typeface="+mn-ea"/>
                <a:sym typeface="+mn-ea"/>
              </a:rPr>
              <a:t>多文档</a:t>
            </a:r>
            <a:endParaRPr lang="zh-CN" altLang="en-US" sz="900" b="1" dirty="0" smtClean="0">
              <a:latin typeface="+mn-ea"/>
              <a:sym typeface="+mn-ea"/>
            </a:endParaRPr>
          </a:p>
          <a:p>
            <a:pPr indent="457200">
              <a:lnSpc>
                <a:spcPct val="150000"/>
              </a:lnSpc>
              <a:buClr>
                <a:srgbClr val="FF0000"/>
              </a:buClr>
              <a:buFont typeface="Wingdings" panose="05000000000000000000" pitchFamily="2" charset="2"/>
              <a:buNone/>
            </a:pPr>
            <a:r>
              <a:rPr lang="zh-CN" altLang="en-US" sz="900" b="1" dirty="0" smtClean="0">
                <a:latin typeface="+mn-ea"/>
                <a:sym typeface="+mn-ea"/>
              </a:rPr>
              <a:t>mget`请求</a:t>
            </a:r>
            <a:endParaRPr lang="zh-CN" altLang="en-US" sz="900" b="1" dirty="0" smtClean="0">
              <a:latin typeface="+mn-ea"/>
            </a:endParaRPr>
          </a:p>
          <a:p>
            <a:pPr indent="457200">
              <a:lnSpc>
                <a:spcPct val="150000"/>
              </a:lnSpc>
              <a:buClr>
                <a:srgbClr val="FF0000"/>
              </a:buClr>
              <a:buFont typeface="Wingdings" panose="05000000000000000000" pitchFamily="2" charset="2"/>
              <a:buNone/>
            </a:pPr>
            <a:r>
              <a:rPr lang="zh-CN" altLang="en-US" sz="900" b="1" dirty="0" smtClean="0">
                <a:latin typeface="+mn-ea"/>
                <a:sym typeface="+mn-ea"/>
              </a:rPr>
              <a:t>1.Node 1 为每个分片构建多文档获取请求，然后并行转发这些请求到托管在每个所需的主分片或者副本分片的节点上。一旦收到所有答复， Node 1 构建响应并将其返回给客户端。 </a:t>
            </a:r>
            <a:r>
              <a:rPr lang="en-US" altLang="zh-CN" sz="900" b="1" dirty="0" smtClean="0">
                <a:latin typeface="+mn-ea"/>
                <a:sym typeface="+mn-ea"/>
              </a:rPr>
              <a:t>    </a:t>
            </a:r>
            <a:endParaRPr lang="en-US" altLang="zh-CN" sz="900" b="1" dirty="0" smtClean="0">
              <a:latin typeface="+mn-ea"/>
            </a:endParaRPr>
          </a:p>
          <a:p>
            <a:pPr indent="457200">
              <a:lnSpc>
                <a:spcPct val="150000"/>
              </a:lnSpc>
              <a:buClr>
                <a:srgbClr val="FF0000"/>
              </a:buClr>
              <a:buFont typeface="Wingdings" panose="05000000000000000000" pitchFamily="2" charset="2"/>
              <a:buNone/>
            </a:pPr>
            <a:r>
              <a:rPr lang="zh-CN" altLang="en-US" sz="900" b="1" dirty="0" smtClean="0">
                <a:latin typeface="+mn-ea"/>
                <a:sym typeface="+mn-ea"/>
              </a:rPr>
              <a:t>bulk 请求</a:t>
            </a:r>
            <a:endParaRPr lang="zh-CN" altLang="en-US" sz="900" b="1" dirty="0" smtClean="0">
              <a:latin typeface="+mn-ea"/>
            </a:endParaRPr>
          </a:p>
          <a:p>
            <a:pPr indent="457200">
              <a:lnSpc>
                <a:spcPct val="150000"/>
              </a:lnSpc>
              <a:buClr>
                <a:srgbClr val="FF0000"/>
              </a:buClr>
              <a:buFont typeface="Wingdings" panose="05000000000000000000" pitchFamily="2" charset="2"/>
              <a:buNone/>
            </a:pPr>
            <a:r>
              <a:rPr lang="zh-CN" altLang="en-US" sz="900" b="1" dirty="0" smtClean="0">
                <a:latin typeface="+mn-ea"/>
                <a:sym typeface="+mn-ea"/>
              </a:rPr>
              <a:t>1.Node 1 为每个节点创建一个批量请求，并将这些请求并行转发到每个包含主分片的节点主机。</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endParaRPr lang="zh-CN" altLang="en-US" sz="900" b="1" dirty="0" smtClean="0">
              <a:latin typeface="+mn-ea"/>
            </a:endParaRPr>
          </a:p>
          <a:p>
            <a:pPr marL="342900" indent="-342900">
              <a:lnSpc>
                <a:spcPct val="150000"/>
              </a:lnSpc>
              <a:buClr>
                <a:srgbClr val="FF0000"/>
              </a:buClr>
              <a:buFont typeface="Wingdings" panose="05000000000000000000" pitchFamily="2" charset="2"/>
              <a:buChar char="n"/>
            </a:pPr>
            <a:endParaRPr lang="zh-CN" altLang="en-US" sz="900" b="1" dirty="0" smtClean="0">
              <a:latin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64930" cy="553085"/>
          </a:xfrm>
          <a:prstGeom prst="rect">
            <a:avLst/>
          </a:prstGeom>
          <a:noFill/>
          <a:ln w="19050">
            <a:solidFill>
              <a:schemeClr val="bg1">
                <a:lumMod val="75000"/>
              </a:schemeClr>
            </a:solidFill>
          </a:ln>
        </p:spPr>
        <p:txBody>
          <a:bodyPr wrap="square" rtlCol="0" anchor="t">
            <a:sp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分片是ES最小的工作单元，文本字段中的每个单词需要被搜索，对数据库意味着需要单个字段有索引多值的能力。最好的支持是一个字段多个值需求的数据结构是倒排索引。</a:t>
            </a:r>
            <a:endParaRPr lang="zh-CN" altLang="en-US" sz="10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分片</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原理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107315" y="1397000"/>
            <a:ext cx="3048000" cy="125095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en-US" altLang="zh-CN" sz="800" b="1" dirty="0" smtClean="0">
                <a:latin typeface="+mn-ea"/>
              </a:rPr>
              <a:t>Term </a:t>
            </a:r>
            <a:r>
              <a:rPr lang="en-US" altLang="zh-CN" sz="800" b="1" dirty="0" smtClean="0">
                <a:latin typeface="+mn-ea"/>
              </a:rPr>
              <a:t>Index</a:t>
            </a:r>
            <a:endParaRPr lang="en-US" altLang="zh-CN"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sym typeface="+mn-ea"/>
              </a:rPr>
              <a:t>词项索引是倒排索引的一部分，用于快速查找词项在词典中的位置。它帮助倒排索引快速定位到需要查找的词项和对应的布告栏</a:t>
            </a:r>
            <a:endParaRPr lang="zh-CN" altLang="en-US" sz="800" b="1" dirty="0" smtClean="0">
              <a:latin typeface="+mn-ea"/>
            </a:endParaRPr>
          </a:p>
          <a:p>
            <a:pPr indent="457200">
              <a:lnSpc>
                <a:spcPct val="150000"/>
              </a:lnSpc>
              <a:buClr>
                <a:srgbClr val="FF0000"/>
              </a:buClr>
              <a:buFont typeface="Wingdings" panose="05000000000000000000" pitchFamily="2" charset="2"/>
              <a:buNone/>
            </a:pPr>
            <a:endParaRPr lang="en-US" altLang="zh-CN" sz="800" b="1" dirty="0" smtClean="0">
              <a:latin typeface="+mn-ea"/>
            </a:endParaRPr>
          </a:p>
        </p:txBody>
      </p:sp>
      <p:pic>
        <p:nvPicPr>
          <p:cNvPr id="7" name="图片 6"/>
          <p:cNvPicPr>
            <a:picLocks noChangeAspect="1"/>
          </p:cNvPicPr>
          <p:nvPr/>
        </p:nvPicPr>
        <p:blipFill>
          <a:blip r:embed="rId2"/>
          <a:stretch>
            <a:fillRect/>
          </a:stretch>
        </p:blipFill>
        <p:spPr>
          <a:xfrm>
            <a:off x="62230" y="2733675"/>
            <a:ext cx="3092450" cy="1497965"/>
          </a:xfrm>
          <a:prstGeom prst="rect">
            <a:avLst/>
          </a:prstGeom>
        </p:spPr>
      </p:pic>
      <p:sp>
        <p:nvSpPr>
          <p:cNvPr id="8" name="文本框 7"/>
          <p:cNvSpPr txBox="1"/>
          <p:nvPr/>
        </p:nvSpPr>
        <p:spPr>
          <a:xfrm>
            <a:off x="6296660" y="1397000"/>
            <a:ext cx="2776855" cy="125095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en-US" altLang="zh-CN" sz="800" b="1" dirty="0" smtClean="0">
                <a:latin typeface="+mn-ea"/>
              </a:rPr>
              <a:t>Stored Fields</a:t>
            </a:r>
            <a:endParaRPr lang="en-US" altLang="zh-CN"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前面通过</a:t>
            </a:r>
            <a:r>
              <a:rPr lang="en-US" altLang="zh-CN" sz="800" b="1" dirty="0" smtClean="0">
                <a:latin typeface="+mn-ea"/>
              </a:rPr>
              <a:t>Posting list </a:t>
            </a:r>
            <a:r>
              <a:rPr lang="zh-CN" altLang="en-US" sz="800" b="1" dirty="0" smtClean="0">
                <a:latin typeface="+mn-ea"/>
              </a:rPr>
              <a:t>获取到字段</a:t>
            </a:r>
            <a:r>
              <a:rPr lang="en-US" altLang="zh-CN" sz="800" b="1" dirty="0" smtClean="0">
                <a:latin typeface="+mn-ea"/>
              </a:rPr>
              <a:t>ID</a:t>
            </a:r>
            <a:r>
              <a:rPr lang="zh-CN" altLang="en-US" sz="800" b="1" dirty="0" smtClean="0">
                <a:latin typeface="+mn-ea"/>
              </a:rPr>
              <a:t>，通过获取的字段</a:t>
            </a:r>
            <a:r>
              <a:rPr lang="en-US" altLang="zh-CN" sz="800" b="1" dirty="0" smtClean="0">
                <a:latin typeface="+mn-ea"/>
              </a:rPr>
              <a:t>ID </a:t>
            </a:r>
            <a:r>
              <a:rPr lang="zh-CN" altLang="en-US" sz="800" b="1" dirty="0" smtClean="0">
                <a:latin typeface="+mn-ea"/>
              </a:rPr>
              <a:t>提取到对应</a:t>
            </a:r>
            <a:r>
              <a:rPr lang="en-US" altLang="zh-CN" sz="800" b="1" dirty="0" smtClean="0">
                <a:latin typeface="+mn-ea"/>
              </a:rPr>
              <a:t>Stored Fields</a:t>
            </a:r>
            <a:r>
              <a:rPr lang="zh-CN" altLang="en-US" sz="800" b="1" dirty="0" smtClean="0">
                <a:latin typeface="+mn-ea"/>
              </a:rPr>
              <a:t>中对应的数据给到</a:t>
            </a:r>
            <a:r>
              <a:rPr lang="zh-CN" altLang="en-US" sz="800" b="1" dirty="0" smtClean="0">
                <a:latin typeface="+mn-ea"/>
              </a:rPr>
              <a:t>用户。</a:t>
            </a:r>
            <a:endParaRPr lang="zh-CN" altLang="en-US" sz="800" b="1" dirty="0" smtClean="0">
              <a:latin typeface="+mn-ea"/>
            </a:endParaRPr>
          </a:p>
        </p:txBody>
      </p:sp>
      <p:sp>
        <p:nvSpPr>
          <p:cNvPr id="9" name="文本框 8"/>
          <p:cNvSpPr txBox="1"/>
          <p:nvPr/>
        </p:nvSpPr>
        <p:spPr>
          <a:xfrm>
            <a:off x="3155315" y="1397000"/>
            <a:ext cx="3141345" cy="125095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800" b="1" dirty="0" smtClean="0">
                <a:latin typeface="+mn-ea"/>
              </a:rPr>
              <a:t>倒排</a:t>
            </a:r>
            <a:r>
              <a:rPr lang="zh-CN" altLang="en-US" sz="800" b="1" dirty="0" smtClean="0">
                <a:latin typeface="+mn-ea"/>
              </a:rPr>
              <a:t>索引</a:t>
            </a:r>
            <a:endParaRPr lang="zh-CN" altLang="en-US" sz="800" b="1" dirty="0" smtClean="0">
              <a:latin typeface="+mn-ea"/>
            </a:endParaRPr>
          </a:p>
          <a:p>
            <a:pPr marL="457200" lvl="1" indent="0">
              <a:lnSpc>
                <a:spcPct val="150000"/>
              </a:lnSpc>
              <a:buClr>
                <a:srgbClr val="FF0000"/>
              </a:buClr>
              <a:buFont typeface="Wingdings" panose="05000000000000000000" pitchFamily="2" charset="2"/>
              <a:buNone/>
            </a:pPr>
            <a:r>
              <a:rPr lang="zh-CN" altLang="en-US" sz="800" b="1" dirty="0" smtClean="0">
                <a:latin typeface="+mn-ea"/>
              </a:rPr>
              <a:t>将一段数据进行切分，如：</a:t>
            </a:r>
            <a:r>
              <a:rPr lang="en-US" altLang="zh-CN" sz="800" b="1" dirty="0" smtClean="0">
                <a:latin typeface="+mn-ea"/>
              </a:rPr>
              <a:t>I like xiaobai</a:t>
            </a:r>
            <a:r>
              <a:rPr lang="zh-CN" altLang="en-US" sz="800" b="1" dirty="0" smtClean="0">
                <a:latin typeface="+mn-ea"/>
              </a:rPr>
              <a:t>进行拆分为三部分，这个操作叫做分词。将拆分的字段分为数据和</a:t>
            </a:r>
            <a:r>
              <a:rPr lang="en-US" altLang="zh-CN" sz="800" b="1" dirty="0" smtClean="0">
                <a:latin typeface="+mn-ea"/>
              </a:rPr>
              <a:t>ID</a:t>
            </a:r>
            <a:r>
              <a:rPr lang="zh-CN" altLang="en-US" sz="800" b="1" dirty="0" smtClean="0">
                <a:latin typeface="+mn-ea"/>
              </a:rPr>
              <a:t>号，当查询数据时，根据关键字匹配到字段会立即得到对应的</a:t>
            </a:r>
            <a:r>
              <a:rPr lang="en-US" altLang="zh-CN" sz="800" b="1" dirty="0" smtClean="0">
                <a:latin typeface="+mn-ea"/>
              </a:rPr>
              <a:t>ID</a:t>
            </a:r>
            <a:r>
              <a:rPr lang="zh-CN" altLang="en-US" sz="800" b="1" dirty="0" smtClean="0">
                <a:latin typeface="+mn-ea"/>
              </a:rPr>
              <a:t>。</a:t>
            </a:r>
            <a:endParaRPr lang="zh-CN" altLang="en-US" sz="800" b="1" dirty="0" smtClean="0">
              <a:latin typeface="+mn-ea"/>
            </a:endParaRPr>
          </a:p>
        </p:txBody>
      </p:sp>
      <p:pic>
        <p:nvPicPr>
          <p:cNvPr id="10" name="图片 9"/>
          <p:cNvPicPr>
            <a:picLocks noChangeAspect="1"/>
          </p:cNvPicPr>
          <p:nvPr/>
        </p:nvPicPr>
        <p:blipFill>
          <a:blip r:embed="rId3"/>
          <a:stretch>
            <a:fillRect/>
          </a:stretch>
        </p:blipFill>
        <p:spPr>
          <a:xfrm>
            <a:off x="3155315" y="2734310"/>
            <a:ext cx="3141345" cy="1497330"/>
          </a:xfrm>
          <a:prstGeom prst="rect">
            <a:avLst/>
          </a:prstGeom>
        </p:spPr>
      </p:pic>
      <p:pic>
        <p:nvPicPr>
          <p:cNvPr id="15" name="图片 14"/>
          <p:cNvPicPr>
            <a:picLocks noChangeAspect="1"/>
          </p:cNvPicPr>
          <p:nvPr/>
        </p:nvPicPr>
        <p:blipFill>
          <a:blip r:embed="rId4"/>
          <a:stretch>
            <a:fillRect/>
          </a:stretch>
        </p:blipFill>
        <p:spPr>
          <a:xfrm>
            <a:off x="6297295" y="2734310"/>
            <a:ext cx="2774315" cy="150050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64930" cy="553085"/>
          </a:xfrm>
          <a:prstGeom prst="rect">
            <a:avLst/>
          </a:prstGeom>
          <a:noFill/>
          <a:ln w="19050">
            <a:solidFill>
              <a:schemeClr val="bg1">
                <a:lumMod val="75000"/>
              </a:schemeClr>
            </a:solidFill>
          </a:ln>
        </p:spPr>
        <p:txBody>
          <a:bodyPr wrap="square" rtlCol="0" anchor="t">
            <a:sp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分片是ES最小的工作单元，文本字段中的每个单词需要被搜索，对数据库意味着需要单个字段有索引多值的能力。最好的支持是一个字段多个值需求的数据结构是倒排索引。</a:t>
            </a:r>
            <a:endParaRPr lang="zh-CN" altLang="en-US" sz="10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分片</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原理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107315" y="1397000"/>
            <a:ext cx="3048000" cy="125095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en-US" sz="800" b="1" dirty="0" smtClean="0">
                <a:latin typeface="+mn-ea"/>
                <a:sym typeface="+mn-ea"/>
              </a:rPr>
              <a:t>Doc values</a:t>
            </a:r>
            <a:endParaRPr lang="en-US" sz="800" b="1" dirty="0" smtClean="0">
              <a:latin typeface="+mn-ea"/>
              <a:sym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有了</a:t>
            </a:r>
            <a:r>
              <a:rPr lang="en-US" altLang="zh-CN" sz="800" b="1" dirty="0" smtClean="0">
                <a:latin typeface="+mn-ea"/>
              </a:rPr>
              <a:t>ID </a:t>
            </a:r>
            <a:r>
              <a:rPr lang="zh-CN" altLang="en-US" sz="800" b="1" dirty="0" smtClean="0">
                <a:latin typeface="+mn-ea"/>
              </a:rPr>
              <a:t>就可以从</a:t>
            </a:r>
            <a:r>
              <a:rPr lang="en-US" altLang="zh-CN" sz="800" b="1" dirty="0" smtClean="0">
                <a:latin typeface="+mn-ea"/>
              </a:rPr>
              <a:t>Stored Fields</a:t>
            </a:r>
            <a:r>
              <a:rPr lang="zh-CN" altLang="en-US" sz="800" b="1" dirty="0" smtClean="0">
                <a:latin typeface="+mn-ea"/>
              </a:rPr>
              <a:t>中读出文档</a:t>
            </a:r>
            <a:r>
              <a:rPr lang="zh-CN" altLang="en-US" sz="800" b="1" dirty="0" smtClean="0">
                <a:latin typeface="+mn-ea"/>
              </a:rPr>
              <a:t>内容</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但用户可能经常需要进行排序文档内容，按时间或者</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安商品价格排序，然后根据对应的</a:t>
            </a:r>
            <a:r>
              <a:rPr lang="en-US" altLang="zh-CN" sz="800" b="1" dirty="0" smtClean="0">
                <a:latin typeface="+mn-ea"/>
              </a:rPr>
              <a:t>ID</a:t>
            </a:r>
            <a:r>
              <a:rPr lang="zh-CN" altLang="en-US" sz="800" b="1" dirty="0" smtClean="0">
                <a:latin typeface="+mn-ea"/>
              </a:rPr>
              <a:t>值进行列式</a:t>
            </a:r>
            <a:r>
              <a:rPr lang="zh-CN" altLang="en-US" sz="800" b="1" dirty="0" smtClean="0">
                <a:latin typeface="+mn-ea"/>
              </a:rPr>
              <a:t>排序</a:t>
            </a:r>
            <a:endParaRPr lang="zh-CN" altLang="en-US" sz="800" b="1" dirty="0" smtClean="0">
              <a:latin typeface="+mn-ea"/>
            </a:endParaRPr>
          </a:p>
          <a:p>
            <a:pPr indent="457200">
              <a:lnSpc>
                <a:spcPct val="150000"/>
              </a:lnSpc>
              <a:buClr>
                <a:srgbClr val="FF0000"/>
              </a:buClr>
              <a:buFont typeface="Wingdings" panose="05000000000000000000" pitchFamily="2" charset="2"/>
              <a:buNone/>
            </a:pPr>
            <a:endParaRPr lang="zh-CN" altLang="en-US" sz="800" b="1" dirty="0" smtClean="0">
              <a:latin typeface="+mn-ea"/>
            </a:endParaRPr>
          </a:p>
        </p:txBody>
      </p:sp>
      <p:sp>
        <p:nvSpPr>
          <p:cNvPr id="8" name="文本框 7"/>
          <p:cNvSpPr txBox="1"/>
          <p:nvPr/>
        </p:nvSpPr>
        <p:spPr>
          <a:xfrm>
            <a:off x="6296660" y="1397000"/>
            <a:ext cx="2776855" cy="125095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en-US" altLang="zh-CN" sz="800" b="1" dirty="0" smtClean="0">
                <a:latin typeface="+mn-ea"/>
              </a:rPr>
              <a:t>Lucene</a:t>
            </a:r>
            <a:endParaRPr lang="en-US" altLang="zh-CN" sz="800" b="1" dirty="0" smtClean="0">
              <a:latin typeface="+mn-ea"/>
            </a:endParaRPr>
          </a:p>
          <a:p>
            <a:pPr marL="457200" lvl="1" indent="0">
              <a:lnSpc>
                <a:spcPct val="150000"/>
              </a:lnSpc>
              <a:buClr>
                <a:srgbClr val="FF0000"/>
              </a:buClr>
              <a:buFont typeface="Wingdings" panose="05000000000000000000" pitchFamily="2" charset="2"/>
              <a:buNone/>
            </a:pPr>
            <a:r>
              <a:rPr lang="en-US" altLang="zh-CN" sz="800" b="1" dirty="0" smtClean="0">
                <a:latin typeface="+mn-ea"/>
              </a:rPr>
              <a:t>segment</a:t>
            </a:r>
            <a:r>
              <a:rPr lang="zh-CN" altLang="en-US" sz="800" b="1" dirty="0" smtClean="0">
                <a:latin typeface="+mn-ea"/>
              </a:rPr>
              <a:t>一但生成就不能就行修改，永久性</a:t>
            </a:r>
            <a:endParaRPr lang="zh-CN" altLang="en-US" sz="800" b="1" dirty="0" smtClean="0">
              <a:latin typeface="+mn-ea"/>
            </a:endParaRPr>
          </a:p>
          <a:p>
            <a:pPr marL="457200" lvl="1" indent="0">
              <a:lnSpc>
                <a:spcPct val="150000"/>
              </a:lnSpc>
              <a:buClr>
                <a:srgbClr val="FF0000"/>
              </a:buClr>
              <a:buFont typeface="Wingdings" panose="05000000000000000000" pitchFamily="2" charset="2"/>
              <a:buNone/>
            </a:pPr>
            <a:r>
              <a:rPr lang="zh-CN" altLang="en-US" sz="800" b="1" dirty="0" smtClean="0">
                <a:latin typeface="+mn-ea"/>
              </a:rPr>
              <a:t>老的</a:t>
            </a:r>
            <a:r>
              <a:rPr lang="en-US" altLang="zh-CN" sz="800" b="1" dirty="0" smtClean="0">
                <a:latin typeface="+mn-ea"/>
              </a:rPr>
              <a:t>segment</a:t>
            </a:r>
            <a:r>
              <a:rPr lang="zh-CN" altLang="en-US" sz="800" b="1" dirty="0" smtClean="0">
                <a:latin typeface="+mn-ea"/>
              </a:rPr>
              <a:t>只负责读，写者会生成</a:t>
            </a:r>
            <a:r>
              <a:rPr lang="zh-CN" altLang="en-US" sz="800" b="1" dirty="0" smtClean="0">
                <a:latin typeface="+mn-ea"/>
              </a:rPr>
              <a:t>新的</a:t>
            </a:r>
            <a:r>
              <a:rPr lang="en-US" altLang="zh-CN" sz="800" b="1" dirty="0" smtClean="0">
                <a:latin typeface="+mn-ea"/>
              </a:rPr>
              <a:t>segment</a:t>
            </a:r>
            <a:r>
              <a:rPr lang="zh-CN" altLang="en-US" sz="800" b="1" dirty="0" smtClean="0">
                <a:latin typeface="+mn-ea"/>
              </a:rPr>
              <a:t>，但</a:t>
            </a:r>
            <a:r>
              <a:rPr lang="en-US" altLang="zh-CN" sz="800" b="1" dirty="0" smtClean="0">
                <a:latin typeface="+mn-ea"/>
              </a:rPr>
              <a:t>segment </a:t>
            </a:r>
            <a:r>
              <a:rPr lang="zh-CN" altLang="en-US" sz="800" b="1" dirty="0" smtClean="0">
                <a:latin typeface="+mn-ea"/>
              </a:rPr>
              <a:t>变多了，为了保证性能，将多个大小差不多的</a:t>
            </a:r>
            <a:r>
              <a:rPr lang="en-US" altLang="zh-CN" sz="800" b="1" dirty="0" smtClean="0">
                <a:latin typeface="+mn-ea"/>
              </a:rPr>
              <a:t>segment</a:t>
            </a:r>
            <a:r>
              <a:rPr lang="zh-CN" altLang="en-US" sz="800" b="1" dirty="0" smtClean="0">
                <a:latin typeface="+mn-ea"/>
              </a:rPr>
              <a:t>合并成一个段合并。</a:t>
            </a:r>
            <a:endParaRPr lang="en-US" altLang="zh-CN" sz="800" b="1" dirty="0" smtClean="0">
              <a:latin typeface="+mn-ea"/>
            </a:endParaRPr>
          </a:p>
          <a:p>
            <a:pPr indent="457200">
              <a:lnSpc>
                <a:spcPct val="150000"/>
              </a:lnSpc>
              <a:buClr>
                <a:srgbClr val="FF0000"/>
              </a:buClr>
              <a:buFont typeface="Wingdings" panose="05000000000000000000" pitchFamily="2" charset="2"/>
              <a:buNone/>
            </a:pPr>
            <a:endParaRPr lang="en-US" altLang="zh-CN" sz="800" b="1" dirty="0" smtClean="0">
              <a:latin typeface="+mn-ea"/>
            </a:endParaRPr>
          </a:p>
        </p:txBody>
      </p:sp>
      <p:sp>
        <p:nvSpPr>
          <p:cNvPr id="9" name="文本框 8"/>
          <p:cNvSpPr txBox="1"/>
          <p:nvPr/>
        </p:nvSpPr>
        <p:spPr>
          <a:xfrm>
            <a:off x="3155315" y="1397000"/>
            <a:ext cx="3141345" cy="125095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en-US" altLang="zh-CN" sz="800" b="1" dirty="0" smtClean="0">
                <a:latin typeface="+mn-ea"/>
              </a:rPr>
              <a:t>segment</a:t>
            </a:r>
            <a:endParaRPr lang="en-US" altLang="zh-CN" sz="800" b="1" dirty="0" smtClean="0">
              <a:latin typeface="+mn-ea"/>
            </a:endParaRPr>
          </a:p>
          <a:p>
            <a:pPr marL="457200" lvl="1" indent="0">
              <a:lnSpc>
                <a:spcPct val="150000"/>
              </a:lnSpc>
              <a:buClr>
                <a:srgbClr val="FF0000"/>
              </a:buClr>
              <a:buFont typeface="Wingdings" panose="05000000000000000000" pitchFamily="2" charset="2"/>
              <a:buNone/>
            </a:pPr>
            <a:r>
              <a:rPr lang="zh-CN" altLang="en-US" sz="800" b="1" dirty="0" smtClean="0">
                <a:latin typeface="+mn-ea"/>
              </a:rPr>
              <a:t>具备完整搜索的最小单元</a:t>
            </a:r>
            <a:endParaRPr lang="en-US" altLang="zh-CN" sz="800" b="1" dirty="0" smtClean="0">
              <a:latin typeface="+mn-ea"/>
            </a:endParaRPr>
          </a:p>
          <a:p>
            <a:pPr indent="457200">
              <a:lnSpc>
                <a:spcPct val="150000"/>
              </a:lnSpc>
              <a:buClr>
                <a:srgbClr val="FF0000"/>
              </a:buClr>
              <a:buFont typeface="Wingdings" panose="05000000000000000000" pitchFamily="2" charset="2"/>
              <a:buNone/>
            </a:pPr>
            <a:r>
              <a:rPr lang="en-US" altLang="zh-CN" sz="800" b="1" dirty="0" smtClean="0">
                <a:latin typeface="+mn-ea"/>
              </a:rPr>
              <a:t>可以理解为一个段是索引中的一个小文件，每次添加文</a:t>
            </a:r>
            <a:endParaRPr lang="en-US" altLang="zh-CN" sz="800" b="1" dirty="0" smtClean="0">
              <a:latin typeface="+mn-ea"/>
            </a:endParaRPr>
          </a:p>
          <a:p>
            <a:pPr indent="457200">
              <a:lnSpc>
                <a:spcPct val="150000"/>
              </a:lnSpc>
              <a:buClr>
                <a:srgbClr val="FF0000"/>
              </a:buClr>
              <a:buFont typeface="Wingdings" panose="05000000000000000000" pitchFamily="2" charset="2"/>
              <a:buNone/>
            </a:pPr>
            <a:r>
              <a:rPr lang="en-US" altLang="zh-CN" sz="800" b="1" dirty="0" smtClean="0">
                <a:latin typeface="+mn-ea"/>
                <a:sym typeface="+mn-ea"/>
              </a:rPr>
              <a:t>档都会创建一个新的段，这样可以快速添加新内容，而</a:t>
            </a:r>
            <a:endParaRPr lang="en-US" altLang="zh-CN" sz="800" b="1" dirty="0" smtClean="0">
              <a:latin typeface="+mn-ea"/>
              <a:sym typeface="+mn-ea"/>
            </a:endParaRPr>
          </a:p>
          <a:p>
            <a:pPr indent="457200">
              <a:lnSpc>
                <a:spcPct val="150000"/>
              </a:lnSpc>
              <a:buClr>
                <a:srgbClr val="FF0000"/>
              </a:buClr>
              <a:buFont typeface="Wingdings" panose="05000000000000000000" pitchFamily="2" charset="2"/>
              <a:buNone/>
            </a:pPr>
            <a:r>
              <a:rPr lang="en-US" altLang="zh-CN" sz="800" b="1" dirty="0" smtClean="0">
                <a:latin typeface="+mn-ea"/>
                <a:sym typeface="+mn-ea"/>
              </a:rPr>
              <a:t>不必修改已经存在的数据。</a:t>
            </a:r>
            <a:endParaRPr lang="en-US" altLang="zh-CN" sz="800" b="1" dirty="0" smtClean="0">
              <a:latin typeface="+mn-ea"/>
            </a:endParaRPr>
          </a:p>
          <a:p>
            <a:pPr indent="457200">
              <a:lnSpc>
                <a:spcPct val="150000"/>
              </a:lnSpc>
              <a:buClr>
                <a:srgbClr val="FF0000"/>
              </a:buClr>
              <a:buFont typeface="Wingdings" panose="05000000000000000000" pitchFamily="2" charset="2"/>
              <a:buNone/>
            </a:pPr>
            <a:endParaRPr lang="en-US" altLang="zh-CN" sz="800" b="1" dirty="0" smtClean="0">
              <a:latin typeface="+mn-ea"/>
            </a:endParaRPr>
          </a:p>
        </p:txBody>
      </p:sp>
      <p:pic>
        <p:nvPicPr>
          <p:cNvPr id="2" name="图片 1"/>
          <p:cNvPicPr>
            <a:picLocks noChangeAspect="1"/>
          </p:cNvPicPr>
          <p:nvPr/>
        </p:nvPicPr>
        <p:blipFill>
          <a:blip r:embed="rId2"/>
          <a:stretch>
            <a:fillRect/>
          </a:stretch>
        </p:blipFill>
        <p:spPr>
          <a:xfrm>
            <a:off x="107315" y="2733675"/>
            <a:ext cx="3054985" cy="2233295"/>
          </a:xfrm>
          <a:prstGeom prst="rect">
            <a:avLst/>
          </a:prstGeom>
        </p:spPr>
      </p:pic>
      <p:pic>
        <p:nvPicPr>
          <p:cNvPr id="5" name="图片 4"/>
          <p:cNvPicPr>
            <a:picLocks noChangeAspect="1"/>
          </p:cNvPicPr>
          <p:nvPr/>
        </p:nvPicPr>
        <p:blipFill>
          <a:blip r:embed="rId3"/>
          <a:stretch>
            <a:fillRect/>
          </a:stretch>
        </p:blipFill>
        <p:spPr>
          <a:xfrm>
            <a:off x="3154680" y="2734310"/>
            <a:ext cx="3141980" cy="2232025"/>
          </a:xfrm>
          <a:prstGeom prst="rect">
            <a:avLst/>
          </a:prstGeom>
        </p:spPr>
      </p:pic>
      <p:pic>
        <p:nvPicPr>
          <p:cNvPr id="7" name="图片 6"/>
          <p:cNvPicPr>
            <a:picLocks noChangeAspect="1"/>
          </p:cNvPicPr>
          <p:nvPr/>
        </p:nvPicPr>
        <p:blipFill>
          <a:blip r:embed="rId4"/>
          <a:stretch>
            <a:fillRect/>
          </a:stretch>
        </p:blipFill>
        <p:spPr>
          <a:xfrm>
            <a:off x="6296660" y="2733675"/>
            <a:ext cx="2774950" cy="223266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分片</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原理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2"/>
          <a:stretch>
            <a:fillRect/>
          </a:stretch>
        </p:blipFill>
        <p:spPr>
          <a:xfrm>
            <a:off x="35560" y="892810"/>
            <a:ext cx="4762500" cy="4066540"/>
          </a:xfrm>
          <a:prstGeom prst="rect">
            <a:avLst/>
          </a:prstGeom>
        </p:spPr>
      </p:pic>
      <p:sp>
        <p:nvSpPr>
          <p:cNvPr id="4" name="文本框 3"/>
          <p:cNvSpPr txBox="1"/>
          <p:nvPr/>
        </p:nvSpPr>
        <p:spPr>
          <a:xfrm>
            <a:off x="4932045" y="988060"/>
            <a:ext cx="3048000" cy="2861310"/>
          </a:xfrm>
          <a:prstGeom prst="rect">
            <a:avLst/>
          </a:prstGeom>
          <a:noFill/>
          <a:ln w="19050">
            <a:solidFill>
              <a:schemeClr val="bg1">
                <a:lumMod val="75000"/>
              </a:schemeClr>
            </a:solidFill>
          </a:ln>
        </p:spPr>
        <p:txBody>
          <a:bodyPr wrap="square" rtlCol="0">
            <a:spAutoFit/>
          </a:bodyPr>
          <a:p>
            <a:pPr indent="0">
              <a:lnSpc>
                <a:spcPct val="150000"/>
              </a:lnSpc>
              <a:buClr>
                <a:srgbClr val="FF0000"/>
              </a:buClr>
              <a:buFont typeface="Wingdings" panose="05000000000000000000" pitchFamily="2" charset="2"/>
              <a:buNone/>
            </a:pPr>
            <a:r>
              <a:rPr lang="zh-CN" altLang="en-US" sz="1000" b="1" dirty="0" smtClean="0">
                <a:latin typeface="+mn-ea"/>
              </a:rPr>
              <a:t>当用户又操作需求时，将操作提交到</a:t>
            </a:r>
            <a:r>
              <a:rPr lang="en-US" altLang="zh-CN" sz="1000" b="1" dirty="0" smtClean="0">
                <a:latin typeface="+mn-ea"/>
              </a:rPr>
              <a:t>in-memory buffer</a:t>
            </a:r>
            <a:r>
              <a:rPr lang="zh-CN" altLang="en-US" sz="1000" b="1" dirty="0" smtClean="0">
                <a:latin typeface="+mn-ea"/>
              </a:rPr>
              <a:t>中，并且是立即可见的。随后根据操作请求生成</a:t>
            </a:r>
            <a:r>
              <a:rPr lang="en-US" altLang="zh-CN" sz="1000" b="1" dirty="0" smtClean="0">
                <a:latin typeface="+mn-ea"/>
              </a:rPr>
              <a:t>translog</a:t>
            </a:r>
            <a:r>
              <a:rPr lang="zh-CN" altLang="en-US" sz="1000" b="1" dirty="0" smtClean="0">
                <a:latin typeface="+mn-ea"/>
              </a:rPr>
              <a:t>日志文件，并且直接写入到磁盘当中，保证索引的冗余性。</a:t>
            </a:r>
            <a:r>
              <a:rPr lang="en-US" altLang="zh-CN" sz="1000" b="1" dirty="0" smtClean="0">
                <a:latin typeface="+mn-ea"/>
              </a:rPr>
              <a:t>refersh</a:t>
            </a:r>
            <a:r>
              <a:rPr lang="zh-CN" altLang="en-US" sz="1000" b="1" dirty="0" smtClean="0">
                <a:latin typeface="+mn-ea"/>
              </a:rPr>
              <a:t>每个一秒刷新一次</a:t>
            </a:r>
            <a:r>
              <a:rPr lang="en-US" altLang="zh-CN" sz="1000" b="1" dirty="0" smtClean="0">
                <a:latin typeface="+mn-ea"/>
              </a:rPr>
              <a:t>(</a:t>
            </a:r>
            <a:r>
              <a:rPr lang="zh-CN" altLang="en-US" sz="1000" b="1" dirty="0" smtClean="0">
                <a:latin typeface="+mn-ea"/>
              </a:rPr>
              <a:t>近实施），并且内存缓冲区中生成行的段。，内存中段数据通过</a:t>
            </a:r>
            <a:r>
              <a:rPr lang="en-US" altLang="zh-CN" sz="1000" b="1" dirty="0" smtClean="0">
                <a:latin typeface="+mn-ea"/>
              </a:rPr>
              <a:t>OS cache </a:t>
            </a:r>
            <a:r>
              <a:rPr lang="zh-CN" altLang="en-US" sz="1000" b="1" dirty="0" smtClean="0">
                <a:latin typeface="+mn-ea"/>
              </a:rPr>
              <a:t>将</a:t>
            </a:r>
            <a:r>
              <a:rPr lang="en-US" altLang="zh-CN" sz="1000" b="1" dirty="0" smtClean="0">
                <a:latin typeface="+mn-ea"/>
              </a:rPr>
              <a:t>memory </a:t>
            </a:r>
            <a:r>
              <a:rPr lang="zh-CN" altLang="en-US" sz="1000" b="1" dirty="0" smtClean="0">
                <a:latin typeface="+mn-ea"/>
              </a:rPr>
              <a:t>中段数据进行</a:t>
            </a:r>
            <a:r>
              <a:rPr lang="en-US" altLang="zh-CN" sz="1000" b="1" dirty="0" smtClean="0">
                <a:latin typeface="+mn-ea"/>
              </a:rPr>
              <a:t> </a:t>
            </a:r>
            <a:r>
              <a:rPr lang="zh-CN" altLang="en-US" sz="1000" b="1" dirty="0" smtClean="0">
                <a:latin typeface="+mn-ea"/>
              </a:rPr>
              <a:t>存储到文件系统缓存中，既可以提供索引的访问，并且在正常使用当中，正常对索引进行落盘操作，这个落盘期间为</a:t>
            </a:r>
            <a:r>
              <a:rPr lang="en-US" altLang="zh-CN" sz="1000" b="1" dirty="0" smtClean="0">
                <a:latin typeface="+mn-ea"/>
              </a:rPr>
              <a:t>flush 30</a:t>
            </a:r>
            <a:r>
              <a:rPr lang="zh-CN" altLang="en-US" sz="1000" b="1" dirty="0" smtClean="0">
                <a:latin typeface="+mn-ea"/>
              </a:rPr>
              <a:t>秒每次，如果有新的变更，每次生成一个</a:t>
            </a:r>
            <a:r>
              <a:rPr lang="zh-CN" altLang="en-US" sz="1000" b="1" dirty="0" smtClean="0">
                <a:latin typeface="+mn-ea"/>
                <a:sym typeface="+mn-ea"/>
              </a:rPr>
              <a:t>或多个</a:t>
            </a:r>
            <a:r>
              <a:rPr lang="en-US" altLang="zh-CN" sz="1000" b="1" dirty="0" smtClean="0">
                <a:latin typeface="+mn-ea"/>
              </a:rPr>
              <a:t>segment</a:t>
            </a:r>
            <a:r>
              <a:rPr lang="zh-CN" altLang="en-US" sz="1000" b="1" dirty="0" smtClean="0">
                <a:latin typeface="+mn-ea"/>
              </a:rPr>
              <a:t>，，并且根据</a:t>
            </a:r>
            <a:r>
              <a:rPr lang="en-US" altLang="zh-CN" sz="1000" b="1" dirty="0" smtClean="0">
                <a:latin typeface="+mn-ea"/>
              </a:rPr>
              <a:t>Luance</a:t>
            </a:r>
            <a:r>
              <a:rPr lang="zh-CN" altLang="en-US" sz="1000" b="1" dirty="0" smtClean="0">
                <a:latin typeface="+mn-ea"/>
              </a:rPr>
              <a:t>规则，会将大小</a:t>
            </a:r>
            <a:r>
              <a:rPr lang="en-US" altLang="zh-CN" sz="1000" b="1" dirty="0" smtClean="0">
                <a:latin typeface="+mn-ea"/>
              </a:rPr>
              <a:t> </a:t>
            </a:r>
            <a:r>
              <a:rPr lang="zh-CN" altLang="en-US" sz="1000" b="1" dirty="0" smtClean="0">
                <a:latin typeface="+mn-ea"/>
              </a:rPr>
              <a:t>相差不大的段进行合并成多个大的</a:t>
            </a:r>
            <a:r>
              <a:rPr lang="en-US" altLang="zh-CN" sz="1000" b="1" dirty="0" smtClean="0">
                <a:latin typeface="+mn-ea"/>
              </a:rPr>
              <a:t>segment</a:t>
            </a:r>
            <a:r>
              <a:rPr lang="zh-CN" altLang="en-US" sz="1000" b="1" dirty="0" smtClean="0">
                <a:latin typeface="+mn-ea"/>
              </a:rPr>
              <a:t>，以便进行快速查询等操作。</a:t>
            </a:r>
            <a:endParaRPr lang="zh-CN" altLang="en-US" sz="1000" b="1" dirty="0" smtClean="0">
              <a:latin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a:xfrm>
            <a:off x="7264980" y="5294575"/>
            <a:ext cx="385763" cy="376238"/>
          </a:xfrm>
        </p:spPr>
        <p:txBody>
          <a:bodyPr/>
          <a:lstStyle/>
          <a:p>
            <a:pPr>
              <a:defRPr/>
            </a:pPr>
            <a:fld id="{21E49756-AF47-4EC4-9128-0854449AE01B}" type="slidenum">
              <a:rPr lang="uk-UA" smtClean="0"/>
            </a:fld>
            <a:endParaRPr lang="uk-UA" dirty="0"/>
          </a:p>
        </p:txBody>
      </p:sp>
      <p:sp>
        <p:nvSpPr>
          <p:cNvPr id="21" name="Rectangle 8"/>
          <p:cNvSpPr>
            <a:spLocks noChangeArrowheads="1"/>
          </p:cNvSpPr>
          <p:nvPr>
            <p:custDataLst>
              <p:tags r:id="rId1"/>
            </p:custDataLst>
          </p:nvPr>
        </p:nvSpPr>
        <p:spPr bwMode="auto">
          <a:xfrm>
            <a:off x="3779719" y="2701539"/>
            <a:ext cx="2727000" cy="387606"/>
          </a:xfrm>
          <a:prstGeom prst="rect">
            <a:avLst/>
          </a:prstGeom>
          <a:solidFill>
            <a:schemeClr val="bg1"/>
          </a:solidFill>
          <a:ln w="19050" algn="ctr">
            <a:solidFill>
              <a:srgbClr val="A0A0A0"/>
            </a:solidFill>
            <a:miter lim="800000"/>
          </a:ln>
          <a:effectLst/>
        </p:spPr>
        <p:txBody>
          <a:bodyPr wrap="none" lIns="283439" tIns="34283" rIns="283439" bIns="34283" anchor="ctr"/>
          <a:lstStyle/>
          <a:p>
            <a:pPr algn="l" defTabSz="685165"/>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ES</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基本</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查询操作</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Rectangle 6"/>
          <p:cNvSpPr>
            <a:spLocks noChangeArrowheads="1"/>
          </p:cNvSpPr>
          <p:nvPr>
            <p:custDataLst>
              <p:tags r:id="rId2"/>
            </p:custDataLst>
          </p:nvPr>
        </p:nvSpPr>
        <p:spPr bwMode="auto">
          <a:xfrm>
            <a:off x="2483646" y="2710833"/>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lstStyle/>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第二部分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950" y="844550"/>
            <a:ext cx="8976360" cy="215519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900" b="1" dirty="0" smtClean="0">
                <a:latin typeface="+mn-ea"/>
              </a:rPr>
              <a:t>查询</a:t>
            </a:r>
            <a:r>
              <a:rPr lang="zh-CN" altLang="en-US" sz="900" b="1" dirty="0" smtClean="0">
                <a:latin typeface="+mn-ea"/>
              </a:rPr>
              <a:t>索引</a:t>
            </a:r>
            <a:endParaRPr lang="zh-CN" altLang="en-US" sz="900" b="1" dirty="0" smtClean="0">
              <a:latin typeface="+mn-ea"/>
            </a:endParaRPr>
          </a:p>
          <a:p>
            <a:pPr marL="457200" lvl="1" indent="0">
              <a:lnSpc>
                <a:spcPct val="150000"/>
              </a:lnSpc>
              <a:buClr>
                <a:srgbClr val="FF0000"/>
              </a:buClr>
              <a:buFont typeface="Wingdings" panose="05000000000000000000" pitchFamily="2" charset="2"/>
              <a:buNone/>
            </a:pPr>
            <a:r>
              <a:rPr lang="en-US" altLang="zh-CN" sz="900" b="1" dirty="0" smtClean="0">
                <a:latin typeface="+mn-ea"/>
                <a:sym typeface="+mn-ea"/>
              </a:rPr>
              <a:t>GET http://127.0.0.1:9200/shopping</a:t>
            </a:r>
            <a:endParaRPr lang="en-US" altLang="zh-CN" sz="900" b="1" dirty="0" smtClean="0">
              <a:latin typeface="+mn-ea"/>
              <a:sym typeface="+mn-ea"/>
            </a:endParaRPr>
          </a:p>
          <a:p>
            <a:pPr marL="457200" lvl="1" indent="457200">
              <a:lnSpc>
                <a:spcPct val="150000"/>
              </a:lnSpc>
              <a:buClr>
                <a:srgbClr val="FF0000"/>
              </a:buClr>
              <a:buFont typeface="Wingdings" panose="05000000000000000000" pitchFamily="2" charset="2"/>
              <a:buNone/>
            </a:pPr>
            <a:endParaRPr lang="en-US" altLang="zh-CN" sz="900" b="1" dirty="0" smtClean="0">
              <a:latin typeface="+mn-ea"/>
            </a:endParaRPr>
          </a:p>
          <a:p>
            <a:pPr marL="457200" lvl="1" indent="457200">
              <a:lnSpc>
                <a:spcPct val="150000"/>
              </a:lnSpc>
              <a:buClr>
                <a:srgbClr val="FF0000"/>
              </a:buClr>
              <a:buFont typeface="Wingdings" panose="05000000000000000000" pitchFamily="2" charset="2"/>
              <a:buNone/>
            </a:pPr>
            <a:endParaRPr lang="en-US" altLang="zh-CN" sz="900" b="1" dirty="0" smtClean="0">
              <a:latin typeface="+mn-ea"/>
            </a:endParaRPr>
          </a:p>
          <a:p>
            <a:pPr marL="457200" lvl="1" indent="457200">
              <a:lnSpc>
                <a:spcPct val="150000"/>
              </a:lnSpc>
              <a:buClr>
                <a:srgbClr val="FF0000"/>
              </a:buClr>
              <a:buFont typeface="Wingdings" panose="05000000000000000000" pitchFamily="2" charset="2"/>
              <a:buNone/>
            </a:pPr>
            <a:endParaRPr lang="en-US" altLang="zh-CN" sz="900" b="1" dirty="0" smtClean="0">
              <a:latin typeface="+mn-ea"/>
            </a:endParaRPr>
          </a:p>
          <a:p>
            <a:pPr marL="457200" lvl="1" indent="457200">
              <a:lnSpc>
                <a:spcPct val="150000"/>
              </a:lnSpc>
              <a:buClr>
                <a:srgbClr val="FF0000"/>
              </a:buClr>
              <a:buFont typeface="Wingdings" panose="05000000000000000000" pitchFamily="2" charset="2"/>
              <a:buNone/>
            </a:pPr>
            <a:endParaRPr lang="en-US" altLang="zh-CN" sz="900" b="1" dirty="0" smtClean="0">
              <a:latin typeface="+mn-ea"/>
            </a:endParaRPr>
          </a:p>
          <a:p>
            <a:pPr marL="457200" lvl="1" indent="457200">
              <a:lnSpc>
                <a:spcPct val="150000"/>
              </a:lnSpc>
              <a:buClr>
                <a:srgbClr val="FF0000"/>
              </a:buClr>
              <a:buFont typeface="Wingdings" panose="05000000000000000000" pitchFamily="2" charset="2"/>
              <a:buNone/>
            </a:pPr>
            <a:endParaRPr lang="en-US" altLang="zh-CN" sz="900" b="1" dirty="0" smtClean="0">
              <a:latin typeface="+mn-ea"/>
            </a:endParaRPr>
          </a:p>
          <a:p>
            <a:pPr marL="457200" lvl="1" indent="457200">
              <a:lnSpc>
                <a:spcPct val="150000"/>
              </a:lnSpc>
              <a:buClr>
                <a:srgbClr val="FF0000"/>
              </a:buClr>
              <a:buFont typeface="Wingdings" panose="05000000000000000000" pitchFamily="2" charset="2"/>
              <a:buNone/>
            </a:pPr>
            <a:endParaRPr lang="en-US" altLang="zh-CN" sz="900" b="1" dirty="0" smtClean="0">
              <a:latin typeface="+mn-ea"/>
            </a:endParaRPr>
          </a:p>
          <a:p>
            <a:pPr marL="457200" lvl="1" indent="457200">
              <a:lnSpc>
                <a:spcPct val="150000"/>
              </a:lnSpc>
              <a:buClr>
                <a:srgbClr val="FF0000"/>
              </a:buClr>
              <a:buFont typeface="Wingdings" panose="05000000000000000000" pitchFamily="2" charset="2"/>
              <a:buNone/>
            </a:pPr>
            <a:endParaRPr lang="en-US" altLang="zh-CN" sz="900" b="1" dirty="0" smtClean="0">
              <a:latin typeface="+mn-ea"/>
            </a:endParaRPr>
          </a:p>
          <a:p>
            <a:pPr marL="457200" lvl="1" indent="0">
              <a:lnSpc>
                <a:spcPct val="150000"/>
              </a:lnSpc>
              <a:buClr>
                <a:srgbClr val="FF0000"/>
              </a:buClr>
              <a:buFont typeface="Wingdings" panose="05000000000000000000" pitchFamily="2" charset="2"/>
              <a:buNone/>
            </a:pPr>
            <a:endParaRPr lang="en-US" altLang="zh-CN" sz="900" b="1" dirty="0" smtClean="0">
              <a:latin typeface="+mn-ea"/>
              <a:sym typeface="+mn-ea"/>
            </a:endParaRPr>
          </a:p>
          <a:p>
            <a:pPr marL="342900" lvl="0" indent="-342900">
              <a:lnSpc>
                <a:spcPct val="150000"/>
              </a:lnSpc>
              <a:buClr>
                <a:srgbClr val="FF0000"/>
              </a:buClr>
              <a:buFont typeface="Wingdings" panose="05000000000000000000" charset="0"/>
              <a:buChar char="n"/>
            </a:pPr>
            <a:r>
              <a:rPr lang="zh-CN" altLang="en-US" sz="900" b="1" dirty="0" smtClean="0">
                <a:solidFill>
                  <a:schemeClr val="tx1"/>
                </a:solidFill>
                <a:latin typeface="+mn-ea"/>
                <a:sym typeface="+mn-ea"/>
              </a:rPr>
              <a:t>查询所有索引</a:t>
            </a:r>
            <a:endParaRPr lang="en-US" altLang="zh-CN" sz="900" b="1" dirty="0" smtClean="0">
              <a:solidFill>
                <a:schemeClr val="tx1"/>
              </a:solidFill>
              <a:latin typeface="+mn-ea"/>
              <a:sym typeface="+mn-ea"/>
            </a:endParaRPr>
          </a:p>
          <a:p>
            <a:pPr marL="457200" lvl="1" indent="0">
              <a:lnSpc>
                <a:spcPct val="150000"/>
              </a:lnSpc>
              <a:buClr>
                <a:srgbClr val="FF0000"/>
              </a:buClr>
              <a:buFont typeface="Wingdings" panose="05000000000000000000" pitchFamily="2" charset="2"/>
              <a:buNone/>
            </a:pPr>
            <a:r>
              <a:rPr lang="en-US" altLang="zh-CN" sz="900" b="1" dirty="0" smtClean="0">
                <a:latin typeface="+mn-ea"/>
                <a:sym typeface="+mn-ea"/>
              </a:rPr>
              <a:t>GET http://127.0.0.1:9200/_cat/indices?v</a:t>
            </a:r>
            <a:endParaRPr lang="en-US" altLang="zh-CN" sz="900" b="1" dirty="0" smtClean="0">
              <a:latin typeface="+mn-ea"/>
              <a:sym typeface="+mn-ea"/>
            </a:endParaRPr>
          </a:p>
          <a:p>
            <a:pPr marL="457200" lvl="1" indent="457200">
              <a:lnSpc>
                <a:spcPct val="150000"/>
              </a:lnSpc>
              <a:buClr>
                <a:srgbClr val="FF0000"/>
              </a:buClr>
              <a:buFont typeface="Wingdings" panose="05000000000000000000" pitchFamily="2" charset="2"/>
              <a:buNone/>
            </a:pPr>
            <a:r>
              <a:rPr lang="en-US" altLang="zh-CN" sz="900" b="1" dirty="0" smtClean="0">
                <a:latin typeface="+mn-ea"/>
              </a:rPr>
              <a:t>health status index    uuid                   pri rep docs.count docs.deleted store.size pri.store.size</a:t>
            </a:r>
            <a:endParaRPr lang="en-US" altLang="zh-CN" sz="900" b="1" dirty="0" smtClean="0">
              <a:latin typeface="+mn-ea"/>
            </a:endParaRPr>
          </a:p>
          <a:p>
            <a:pPr marL="457200" lvl="1" indent="457200">
              <a:lnSpc>
                <a:spcPct val="150000"/>
              </a:lnSpc>
              <a:buClr>
                <a:srgbClr val="FF0000"/>
              </a:buClr>
              <a:buFont typeface="Wingdings" panose="05000000000000000000" pitchFamily="2" charset="2"/>
              <a:buNone/>
            </a:pPr>
            <a:r>
              <a:rPr lang="en-US" altLang="zh-CN" sz="900" b="1" dirty="0" smtClean="0">
                <a:latin typeface="+mn-ea"/>
              </a:rPr>
              <a:t>yellow open   shopping eC4Vo-uYQHiW8zkn-lRYFg   1   1          0            0       208b           208b</a:t>
            </a:r>
            <a:endParaRPr lang="zh-CN" altLang="en-US" sz="9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900" b="1" dirty="0" smtClean="0">
                <a:latin typeface="+mn-ea"/>
              </a:rPr>
              <a:t>删除</a:t>
            </a:r>
            <a:r>
              <a:rPr lang="zh-CN" altLang="en-US" sz="900" b="1" dirty="0" smtClean="0">
                <a:latin typeface="+mn-ea"/>
              </a:rPr>
              <a:t>索引</a:t>
            </a:r>
            <a:endParaRPr lang="zh-CN" altLang="en-US" sz="900" b="1" dirty="0" smtClean="0">
              <a:latin typeface="+mn-ea"/>
            </a:endParaRPr>
          </a:p>
          <a:p>
            <a:pPr indent="457200">
              <a:lnSpc>
                <a:spcPct val="150000"/>
              </a:lnSpc>
              <a:buClr>
                <a:srgbClr val="FF0000"/>
              </a:buClr>
              <a:buFont typeface="Wingdings" panose="05000000000000000000" pitchFamily="2" charset="2"/>
              <a:buNone/>
            </a:pPr>
            <a:r>
              <a:rPr lang="en-US" altLang="zh-CN" sz="900" b="1" dirty="0" smtClean="0">
                <a:latin typeface="+mn-ea"/>
              </a:rPr>
              <a:t>Delete http://127.0.0.1:9200/shopping</a:t>
            </a:r>
            <a:endParaRPr lang="en-US" altLang="zh-CN" sz="900" b="1" dirty="0" smtClean="0">
              <a:latin typeface="+mn-ea"/>
            </a:endParaRPr>
          </a:p>
          <a:p>
            <a:pPr marL="457200" lvl="1" indent="457200">
              <a:lnSpc>
                <a:spcPct val="150000"/>
              </a:lnSpc>
              <a:buClr>
                <a:srgbClr val="FF0000"/>
              </a:buClr>
              <a:buFont typeface="Wingdings" panose="05000000000000000000" charset="0"/>
              <a:buNone/>
            </a:pPr>
            <a:r>
              <a:rPr lang="en-US" altLang="zh-CN" sz="900" b="1" dirty="0" smtClean="0">
                <a:solidFill>
                  <a:schemeClr val="tx1"/>
                </a:solidFill>
                <a:latin typeface="+mn-ea"/>
              </a:rPr>
              <a:t>{</a:t>
            </a:r>
            <a:endParaRPr lang="en-US" altLang="zh-CN" sz="900" b="1" dirty="0" smtClean="0">
              <a:solidFill>
                <a:schemeClr val="tx1"/>
              </a:solidFill>
              <a:latin typeface="+mn-ea"/>
            </a:endParaRPr>
          </a:p>
          <a:p>
            <a:pPr marL="457200" lvl="1" indent="457200">
              <a:lnSpc>
                <a:spcPct val="150000"/>
              </a:lnSpc>
              <a:buClr>
                <a:srgbClr val="FF0000"/>
              </a:buClr>
              <a:buFont typeface="Wingdings" panose="05000000000000000000" charset="0"/>
              <a:buNone/>
            </a:pPr>
            <a:r>
              <a:rPr lang="en-US" altLang="zh-CN" sz="900" b="1" dirty="0" smtClean="0">
                <a:solidFill>
                  <a:schemeClr val="tx1"/>
                </a:solidFill>
                <a:latin typeface="+mn-ea"/>
              </a:rPr>
              <a:t>    "acknowledged": true</a:t>
            </a:r>
            <a:endParaRPr lang="en-US" altLang="zh-CN" sz="900" b="1" dirty="0" smtClean="0">
              <a:solidFill>
                <a:schemeClr val="tx1"/>
              </a:solidFill>
              <a:latin typeface="+mn-ea"/>
            </a:endParaRPr>
          </a:p>
          <a:p>
            <a:pPr marL="457200" lvl="1" indent="457200">
              <a:lnSpc>
                <a:spcPct val="150000"/>
              </a:lnSpc>
              <a:buClr>
                <a:srgbClr val="FF0000"/>
              </a:buClr>
              <a:buFont typeface="Wingdings" panose="05000000000000000000" charset="0"/>
              <a:buNone/>
            </a:pPr>
            <a:r>
              <a:rPr lang="en-US" altLang="zh-CN" sz="900" b="1" dirty="0" smtClean="0">
                <a:solidFill>
                  <a:schemeClr val="tx1"/>
                </a:solidFill>
                <a:latin typeface="+mn-ea"/>
              </a:rPr>
              <a:t>}</a:t>
            </a:r>
            <a:endParaRPr lang="en-US" altLang="zh-CN" sz="9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索引</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p:cNvPicPr>
            <a:picLocks noChangeAspect="1"/>
          </p:cNvPicPr>
          <p:nvPr/>
        </p:nvPicPr>
        <p:blipFill>
          <a:blip r:embed="rId2"/>
          <a:stretch>
            <a:fillRect/>
          </a:stretch>
        </p:blipFill>
        <p:spPr>
          <a:xfrm>
            <a:off x="3131820" y="843280"/>
            <a:ext cx="5109210" cy="2156460"/>
          </a:xfrm>
          <a:prstGeom prst="rect">
            <a:avLst/>
          </a:prstGeom>
        </p:spPr>
      </p:pic>
      <p:sp>
        <p:nvSpPr>
          <p:cNvPr id="6" name="文本框 5"/>
          <p:cNvSpPr txBox="1"/>
          <p:nvPr/>
        </p:nvSpPr>
        <p:spPr>
          <a:xfrm>
            <a:off x="107950" y="3003550"/>
            <a:ext cx="8976360" cy="215519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endParaRPr lang="en-US" altLang="zh-CN" sz="1000" b="1" dirty="0" smtClean="0">
              <a:solidFill>
                <a:schemeClr val="tx1"/>
              </a:solidFill>
              <a:latin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64930" cy="188785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查询指定文档</a:t>
            </a:r>
            <a:r>
              <a:rPr lang="en-US" altLang="zh-CN" sz="1000" b="1" dirty="0" smtClean="0">
                <a:latin typeface="+mn-ea"/>
              </a:rPr>
              <a:t>				    </a:t>
            </a:r>
            <a:r>
              <a:rPr lang="zh-CN" altLang="en-US" sz="1000" b="1" dirty="0" smtClean="0">
                <a:latin typeface="+mn-ea"/>
              </a:rPr>
              <a:t>查询所有</a:t>
            </a:r>
            <a:r>
              <a:rPr lang="zh-CN" altLang="en-US" sz="1000" b="1" dirty="0" smtClean="0">
                <a:latin typeface="+mn-ea"/>
              </a:rPr>
              <a:t>文档</a:t>
            </a:r>
            <a:endParaRPr lang="zh-CN" altLang="en-US" sz="1000" b="1" dirty="0" smtClean="0">
              <a:latin typeface="+mn-ea"/>
            </a:endParaRPr>
          </a:p>
          <a:p>
            <a:pPr marL="0" lvl="1" indent="0">
              <a:lnSpc>
                <a:spcPct val="150000"/>
              </a:lnSpc>
              <a:buClr>
                <a:srgbClr val="FF0000"/>
              </a:buClr>
              <a:buFont typeface="Wingdings" panose="05000000000000000000" pitchFamily="2" charset="2"/>
              <a:buNone/>
            </a:pPr>
            <a:r>
              <a:rPr lang="en-US" altLang="zh-CN" sz="1000" b="1" dirty="0" smtClean="0">
                <a:latin typeface="+mn-ea"/>
                <a:sym typeface="+mn-ea"/>
              </a:rPr>
              <a:t>GET http://127.0.0.1:9200/shopping/_doc/1001                                             </a:t>
            </a:r>
            <a:r>
              <a:rPr lang="en-US" altLang="zh-CN" sz="1000" b="1" dirty="0" smtClean="0">
                <a:latin typeface="+mn-ea"/>
                <a:sym typeface="+mn-ea"/>
              </a:rPr>
              <a:t>GET http://127.0.0.1:9200/shopping/_search</a:t>
            </a:r>
            <a:endParaRPr lang="en-US" altLang="zh-CN" sz="1000" b="1" dirty="0" smtClean="0">
              <a:latin typeface="+mn-ea"/>
            </a:endParaRPr>
          </a:p>
          <a:p>
            <a:pPr marL="457200" lvl="1" indent="0">
              <a:lnSpc>
                <a:spcPct val="150000"/>
              </a:lnSpc>
              <a:buClr>
                <a:srgbClr val="FF0000"/>
              </a:buClr>
              <a:buFont typeface="Wingdings" panose="05000000000000000000" pitchFamily="2" charset="2"/>
              <a:buNone/>
            </a:pPr>
            <a:endParaRPr lang="en-US" altLang="zh-CN" sz="1000" b="1" dirty="0" smtClean="0">
              <a:latin typeface="+mn-ea"/>
              <a:sym typeface="+mn-ea"/>
            </a:endParaRPr>
          </a:p>
          <a:p>
            <a:pPr marL="457200" lvl="1" indent="0">
              <a:lnSpc>
                <a:spcPct val="150000"/>
              </a:lnSpc>
              <a:buClr>
                <a:srgbClr val="FF0000"/>
              </a:buClr>
              <a:buFont typeface="Wingdings" panose="05000000000000000000" pitchFamily="2" charset="2"/>
              <a:buNone/>
            </a:pPr>
            <a:endParaRPr lang="en-US" altLang="zh-CN" sz="1000" b="1" dirty="0" smtClean="0">
              <a:latin typeface="+mn-ea"/>
              <a:sym typeface="+mn-ea"/>
            </a:endParaRPr>
          </a:p>
          <a:p>
            <a:pPr marL="457200" lvl="1" indent="0">
              <a:lnSpc>
                <a:spcPct val="150000"/>
              </a:lnSpc>
              <a:buClr>
                <a:srgbClr val="FF0000"/>
              </a:buClr>
              <a:buFont typeface="Wingdings" panose="05000000000000000000" pitchFamily="2" charset="2"/>
              <a:buNone/>
            </a:pPr>
            <a:endParaRPr lang="en-US" altLang="zh-CN" sz="1000" b="1" dirty="0" smtClean="0">
              <a:latin typeface="+mn-ea"/>
              <a:sym typeface="+mn-ea"/>
            </a:endParaRPr>
          </a:p>
          <a:p>
            <a:pPr marL="457200" lvl="1" indent="0">
              <a:lnSpc>
                <a:spcPct val="150000"/>
              </a:lnSpc>
              <a:buClr>
                <a:srgbClr val="FF0000"/>
              </a:buClr>
              <a:buFont typeface="Wingdings" panose="05000000000000000000" pitchFamily="2" charset="2"/>
              <a:buNone/>
            </a:pPr>
            <a:endParaRPr lang="en-US" altLang="zh-CN" sz="1000" b="1" dirty="0" smtClean="0">
              <a:latin typeface="+mn-ea"/>
              <a:sym typeface="+mn-ea"/>
            </a:endParaRPr>
          </a:p>
          <a:p>
            <a:pPr marL="457200" lvl="1" indent="0">
              <a:lnSpc>
                <a:spcPct val="150000"/>
              </a:lnSpc>
              <a:buClr>
                <a:srgbClr val="FF0000"/>
              </a:buClr>
              <a:buFont typeface="Wingdings" panose="05000000000000000000" pitchFamily="2" charset="2"/>
              <a:buNone/>
            </a:pPr>
            <a:endParaRPr lang="en-US" altLang="zh-CN" sz="1000" b="1" dirty="0" smtClean="0">
              <a:latin typeface="+mn-ea"/>
              <a:sym typeface="+mn-ea"/>
            </a:endParaRPr>
          </a:p>
          <a:p>
            <a:pPr marL="457200" lvl="1" indent="0">
              <a:lnSpc>
                <a:spcPct val="150000"/>
              </a:lnSpc>
              <a:buClr>
                <a:srgbClr val="FF0000"/>
              </a:buClr>
              <a:buFont typeface="Wingdings" panose="05000000000000000000" pitchFamily="2" charset="2"/>
              <a:buNone/>
            </a:pPr>
            <a:endParaRPr lang="en-US" altLang="zh-CN" sz="1000" b="1" dirty="0" smtClean="0">
              <a:latin typeface="+mn-ea"/>
              <a:sym typeface="+mn-ea"/>
            </a:endParaRPr>
          </a:p>
          <a:p>
            <a:pPr marL="342900" indent="-342900">
              <a:lnSpc>
                <a:spcPct val="150000"/>
              </a:lnSpc>
              <a:buClr>
                <a:srgbClr val="FF0000"/>
              </a:buClr>
              <a:buFont typeface="Wingdings" panose="05000000000000000000" pitchFamily="2" charset="2"/>
              <a:buChar char="n"/>
            </a:pPr>
            <a:r>
              <a:rPr lang="zh-CN" altLang="en-US" sz="1000" b="1" dirty="0" smtClean="0">
                <a:latin typeface="+mn-ea"/>
              </a:rPr>
              <a:t>删除指定</a:t>
            </a:r>
            <a:r>
              <a:rPr lang="zh-CN" altLang="en-US" sz="1000" b="1" dirty="0" smtClean="0">
                <a:latin typeface="+mn-ea"/>
              </a:rPr>
              <a:t>文档</a:t>
            </a:r>
            <a:endParaRPr lang="zh-CN" altLang="en-US"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Delete http://127.0.0.1:9200/shopping/_doc/1001</a:t>
            </a:r>
            <a:endParaRPr lang="en-US" altLang="zh-CN" sz="1000" b="1" dirty="0" smtClean="0">
              <a:latin typeface="+mn-ea"/>
            </a:endParaRPr>
          </a:p>
          <a:p>
            <a:pPr marL="342900" lvl="0" indent="-342900">
              <a:lnSpc>
                <a:spcPct val="150000"/>
              </a:lnSpc>
              <a:buClr>
                <a:srgbClr val="FF0000"/>
              </a:buClr>
              <a:buFont typeface="Wingdings" panose="05000000000000000000" charset="0"/>
              <a:buChar char="n"/>
            </a:pP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文档操作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2"/>
          <a:stretch>
            <a:fillRect/>
          </a:stretch>
        </p:blipFill>
        <p:spPr>
          <a:xfrm>
            <a:off x="179705" y="1347470"/>
            <a:ext cx="3557905" cy="1297940"/>
          </a:xfrm>
          <a:prstGeom prst="rect">
            <a:avLst/>
          </a:prstGeom>
        </p:spPr>
      </p:pic>
      <p:pic>
        <p:nvPicPr>
          <p:cNvPr id="6" name="图片 5"/>
          <p:cNvPicPr>
            <a:picLocks noChangeAspect="1"/>
          </p:cNvPicPr>
          <p:nvPr/>
        </p:nvPicPr>
        <p:blipFill>
          <a:blip r:embed="rId3"/>
          <a:stretch>
            <a:fillRect/>
          </a:stretch>
        </p:blipFill>
        <p:spPr>
          <a:xfrm>
            <a:off x="4932045" y="1425575"/>
            <a:ext cx="2983230" cy="1273175"/>
          </a:xfrm>
          <a:prstGeom prst="rect">
            <a:avLst/>
          </a:prstGeom>
        </p:spPr>
      </p:pic>
      <p:pic>
        <p:nvPicPr>
          <p:cNvPr id="7" name="图片 6"/>
          <p:cNvPicPr>
            <a:picLocks noChangeAspect="1"/>
          </p:cNvPicPr>
          <p:nvPr/>
        </p:nvPicPr>
        <p:blipFill>
          <a:blip r:embed="rId4"/>
          <a:stretch>
            <a:fillRect/>
          </a:stretch>
        </p:blipFill>
        <p:spPr>
          <a:xfrm>
            <a:off x="4949190" y="2743200"/>
            <a:ext cx="3737610" cy="2400300"/>
          </a:xfrm>
          <a:prstGeom prst="rect">
            <a:avLst/>
          </a:prstGeom>
        </p:spPr>
      </p:pic>
      <p:sp>
        <p:nvSpPr>
          <p:cNvPr id="9" name="文本框 8"/>
          <p:cNvSpPr txBox="1"/>
          <p:nvPr/>
        </p:nvSpPr>
        <p:spPr>
          <a:xfrm>
            <a:off x="107315" y="2731770"/>
            <a:ext cx="8964930" cy="2399665"/>
          </a:xfrm>
          <a:prstGeom prst="rect">
            <a:avLst/>
          </a:prstGeom>
          <a:noFill/>
          <a:ln w="19050">
            <a:solidFill>
              <a:schemeClr val="bg1">
                <a:lumMod val="75000"/>
              </a:schemeClr>
            </a:solidFill>
          </a:ln>
        </p:spPr>
        <p:txBody>
          <a:bodyPr wrap="square" rtlCol="0" anchor="t">
            <a:noAutofit/>
          </a:bodyPr>
          <a:p>
            <a:pPr marL="342900" lvl="0" indent="-342900">
              <a:lnSpc>
                <a:spcPct val="150000"/>
              </a:lnSpc>
              <a:buClr>
                <a:srgbClr val="FF0000"/>
              </a:buClr>
              <a:buFont typeface="Wingdings" panose="05000000000000000000" charset="0"/>
              <a:buChar char="n"/>
            </a:pPr>
            <a:endParaRPr lang="en-US" altLang="zh-CN" sz="1000" b="1" dirty="0" smtClean="0">
              <a:solidFill>
                <a:schemeClr val="tx1"/>
              </a:solidFill>
              <a:latin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59215" cy="233045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主题查询</a:t>
            </a:r>
            <a:endParaRPr lang="zh-CN" altLang="en-US" sz="1000" b="1" dirty="0" smtClean="0">
              <a:latin typeface="+mn-ea"/>
            </a:endParaRPr>
          </a:p>
          <a:p>
            <a:pPr indent="457200">
              <a:lnSpc>
                <a:spcPct val="150000"/>
              </a:lnSpc>
              <a:buClr>
                <a:srgbClr val="FF0000"/>
              </a:buClr>
              <a:buFont typeface="Wingdings" panose="05000000000000000000" pitchFamily="2" charset="2"/>
              <a:buNone/>
            </a:pPr>
            <a:r>
              <a:rPr lang="zh-CN" altLang="en-US" sz="1000" b="1" dirty="0" smtClean="0">
                <a:latin typeface="+mn-ea"/>
              </a:rPr>
              <a:t>GET http://127.0.0.1:9200/shopping/_search?q=category:华为</a:t>
            </a:r>
            <a:endParaRPr lang="zh-CN" altLang="en-US" sz="10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1000" b="1" dirty="0" smtClean="0">
                <a:latin typeface="+mn-ea"/>
              </a:rPr>
              <a:t>BODY查询</a:t>
            </a:r>
            <a:endParaRPr lang="zh-CN" altLang="en-US"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a:t>
            </a:r>
            <a:endParaRPr lang="en-US" altLang="zh-CN"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"query":{ //</a:t>
            </a:r>
            <a:r>
              <a:rPr lang="zh-CN" altLang="en-US" sz="1000" b="1" dirty="0" smtClean="0">
                <a:latin typeface="+mn-ea"/>
              </a:rPr>
              <a:t>查询</a:t>
            </a:r>
            <a:endParaRPr lang="en-US" altLang="zh-CN"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    "match":{ //</a:t>
            </a:r>
            <a:r>
              <a:rPr lang="zh-CN" altLang="en-US" sz="1000" b="1" dirty="0" smtClean="0">
                <a:latin typeface="+mn-ea"/>
              </a:rPr>
              <a:t>匹配查询</a:t>
            </a:r>
            <a:endParaRPr lang="en-US" altLang="zh-CN"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        "category":"华为" //</a:t>
            </a:r>
            <a:r>
              <a:rPr lang="zh-CN" altLang="en-US" sz="1000" b="1" dirty="0" smtClean="0">
                <a:latin typeface="+mn-ea"/>
              </a:rPr>
              <a:t>匹配查询的字段</a:t>
            </a:r>
            <a:endParaRPr lang="en-US" altLang="zh-CN"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    }</a:t>
            </a:r>
            <a:endParaRPr lang="en-US" altLang="zh-CN"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a:t>
            </a:r>
            <a:endParaRPr lang="en-US" altLang="zh-CN" sz="1000" b="1" dirty="0" smtClean="0">
              <a:latin typeface="+mn-ea"/>
            </a:endParaRPr>
          </a:p>
          <a:p>
            <a:pPr indent="457200">
              <a:lnSpc>
                <a:spcPct val="150000"/>
              </a:lnSpc>
              <a:buClr>
                <a:srgbClr val="FF0000"/>
              </a:buClr>
              <a:buFont typeface="Wingdings" panose="05000000000000000000" pitchFamily="2" charset="2"/>
              <a:buNone/>
            </a:pPr>
            <a:r>
              <a:rPr lang="en-US" altLang="zh-CN" sz="1000" b="1" dirty="0" smtClean="0">
                <a:latin typeface="+mn-ea"/>
              </a:rPr>
              <a:t>}</a:t>
            </a:r>
            <a:endParaRPr lang="en-US" altLang="zh-CN" sz="1000" b="1" dirty="0" smtClean="0">
              <a:latin typeface="+mn-ea"/>
            </a:endParaRPr>
          </a:p>
          <a:p>
            <a:pPr marL="342900" lvl="0" indent="-342900">
              <a:lnSpc>
                <a:spcPct val="150000"/>
              </a:lnSpc>
              <a:buClr>
                <a:srgbClr val="FF0000"/>
              </a:buClr>
              <a:buFont typeface="Wingdings" panose="05000000000000000000" charset="0"/>
              <a:buChar char="n"/>
            </a:pPr>
            <a:r>
              <a:rPr lang="en-US" altLang="zh-CN" sz="1000" b="1" dirty="0" smtClean="0">
                <a:solidFill>
                  <a:schemeClr val="tx1"/>
                </a:solidFill>
                <a:latin typeface="+mn-ea"/>
              </a:rPr>
              <a:t>match_all //查询所有</a:t>
            </a:r>
            <a:endParaRPr lang="en-US" altLang="zh-CN" sz="1000" b="1" dirty="0" smtClean="0">
              <a:solidFill>
                <a:schemeClr val="tx1"/>
              </a:solidFill>
              <a:latin typeface="+mn-ea"/>
            </a:endParaRPr>
          </a:p>
          <a:p>
            <a:pPr lvl="0" indent="457200">
              <a:lnSpc>
                <a:spcPct val="150000"/>
              </a:lnSpc>
              <a:buClr>
                <a:srgbClr val="FF0000"/>
              </a:buClr>
              <a:buFont typeface="Wingdings" panose="05000000000000000000" charset="0"/>
              <a:buNone/>
            </a:pPr>
            <a:r>
              <a:rPr lang="en-US" altLang="zh-CN" sz="1000" b="1" dirty="0" smtClean="0">
                <a:solidFill>
                  <a:schemeClr val="tx1"/>
                </a:solidFill>
                <a:latin typeface="+mn-ea"/>
              </a:rPr>
              <a:t>{</a:t>
            </a:r>
            <a:endParaRPr lang="en-US" altLang="zh-CN" sz="1000" b="1" dirty="0" smtClean="0">
              <a:solidFill>
                <a:schemeClr val="tx1"/>
              </a:solidFill>
              <a:latin typeface="+mn-ea"/>
            </a:endParaRPr>
          </a:p>
          <a:p>
            <a:pPr lvl="0" indent="457200">
              <a:lnSpc>
                <a:spcPct val="150000"/>
              </a:lnSpc>
              <a:buClr>
                <a:srgbClr val="FF0000"/>
              </a:buClr>
              <a:buFont typeface="Wingdings" panose="05000000000000000000" charset="0"/>
              <a:buNone/>
            </a:pPr>
            <a:r>
              <a:rPr lang="en-US" altLang="zh-CN" sz="1000" b="1" dirty="0" smtClean="0">
                <a:solidFill>
                  <a:schemeClr val="tx1"/>
                </a:solidFill>
                <a:latin typeface="+mn-ea"/>
              </a:rPr>
              <a:t>"query":{ </a:t>
            </a:r>
            <a:r>
              <a:rPr lang="en-US" altLang="zh-CN" sz="1000" b="1" dirty="0" smtClean="0">
                <a:latin typeface="+mn-ea"/>
                <a:sym typeface="+mn-ea"/>
              </a:rPr>
              <a:t> //</a:t>
            </a:r>
            <a:r>
              <a:rPr lang="zh-CN" altLang="en-US" sz="1000" b="1" dirty="0" smtClean="0">
                <a:latin typeface="+mn-ea"/>
                <a:sym typeface="+mn-ea"/>
              </a:rPr>
              <a:t>查询</a:t>
            </a:r>
            <a:endParaRPr lang="en-US" altLang="zh-CN" sz="1000" b="1" dirty="0" smtClean="0">
              <a:solidFill>
                <a:schemeClr val="tx1"/>
              </a:solidFill>
              <a:latin typeface="+mn-ea"/>
            </a:endParaRPr>
          </a:p>
          <a:p>
            <a:pPr lvl="0" indent="457200">
              <a:lnSpc>
                <a:spcPct val="150000"/>
              </a:lnSpc>
              <a:buClr>
                <a:srgbClr val="FF0000"/>
              </a:buClr>
              <a:buFont typeface="Wingdings" panose="05000000000000000000" charset="0"/>
              <a:buNone/>
            </a:pPr>
            <a:r>
              <a:rPr lang="en-US" altLang="zh-CN" sz="1000" b="1" dirty="0" smtClean="0">
                <a:solidFill>
                  <a:schemeClr val="tx1"/>
                </a:solidFill>
                <a:latin typeface="+mn-ea"/>
              </a:rPr>
              <a:t>    "match_all":{ </a:t>
            </a:r>
            <a:r>
              <a:rPr lang="en-US" altLang="zh-CN" sz="1000" b="1" dirty="0" smtClean="0">
                <a:latin typeface="+mn-ea"/>
                <a:sym typeface="+mn-ea"/>
              </a:rPr>
              <a:t> //</a:t>
            </a:r>
            <a:r>
              <a:rPr lang="zh-CN" altLang="en-US" sz="1000" b="1" dirty="0" smtClean="0">
                <a:latin typeface="+mn-ea"/>
                <a:sym typeface="+mn-ea"/>
              </a:rPr>
              <a:t>匹配所有</a:t>
            </a:r>
            <a:endParaRPr lang="en-US" altLang="zh-CN" sz="1000" b="1" dirty="0" smtClean="0">
              <a:solidFill>
                <a:schemeClr val="tx1"/>
              </a:solidFill>
              <a:latin typeface="+mn-ea"/>
            </a:endParaRPr>
          </a:p>
          <a:p>
            <a:pPr lvl="0" indent="457200">
              <a:lnSpc>
                <a:spcPct val="150000"/>
              </a:lnSpc>
              <a:buClr>
                <a:srgbClr val="FF0000"/>
              </a:buClr>
              <a:buFont typeface="Wingdings" panose="05000000000000000000" charset="0"/>
              <a:buNone/>
            </a:pPr>
            <a:r>
              <a:rPr lang="en-US" altLang="zh-CN" sz="1000" b="1" dirty="0" smtClean="0">
                <a:solidFill>
                  <a:schemeClr val="tx1"/>
                </a:solidFill>
                <a:latin typeface="+mn-ea"/>
              </a:rPr>
              <a:t>    }</a:t>
            </a:r>
            <a:endParaRPr lang="en-US" altLang="zh-CN" sz="1000" b="1" dirty="0" smtClean="0">
              <a:solidFill>
                <a:schemeClr val="tx1"/>
              </a:solidFill>
              <a:latin typeface="+mn-ea"/>
            </a:endParaRPr>
          </a:p>
          <a:p>
            <a:pPr lvl="0" indent="457200">
              <a:lnSpc>
                <a:spcPct val="150000"/>
              </a:lnSpc>
              <a:buClr>
                <a:srgbClr val="FF0000"/>
              </a:buClr>
              <a:buFont typeface="Wingdings" panose="05000000000000000000" charset="0"/>
              <a:buNone/>
            </a:pPr>
            <a:r>
              <a:rPr lang="en-US" altLang="zh-CN" sz="1000" b="1" dirty="0" smtClean="0">
                <a:solidFill>
                  <a:schemeClr val="tx1"/>
                </a:solidFill>
                <a:latin typeface="+mn-ea"/>
              </a:rPr>
              <a:t>}</a:t>
            </a:r>
            <a:endParaRPr lang="en-US" altLang="zh-CN" sz="1000" b="1" dirty="0" smtClean="0">
              <a:solidFill>
                <a:schemeClr val="tx1"/>
              </a:solidFill>
              <a:latin typeface="+mn-ea"/>
            </a:endParaRPr>
          </a:p>
          <a:p>
            <a:pPr lvl="0" indent="457200">
              <a:lnSpc>
                <a:spcPct val="150000"/>
              </a:lnSpc>
              <a:buClr>
                <a:srgbClr val="FF0000"/>
              </a:buClr>
              <a:buFont typeface="Wingdings" panose="05000000000000000000" charset="0"/>
              <a:buNone/>
            </a:pPr>
            <a:r>
              <a:rPr lang="en-US" altLang="zh-CN" sz="1000" b="1" dirty="0" smtClean="0">
                <a:solidFill>
                  <a:schemeClr val="tx1"/>
                </a:solidFill>
                <a:latin typeface="+mn-ea"/>
              </a:rPr>
              <a:t>}</a:t>
            </a: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条件查询操作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2"/>
          <a:stretch>
            <a:fillRect/>
          </a:stretch>
        </p:blipFill>
        <p:spPr>
          <a:xfrm>
            <a:off x="4643755" y="1088390"/>
            <a:ext cx="4235450" cy="1939925"/>
          </a:xfrm>
          <a:prstGeom prst="rect">
            <a:avLst/>
          </a:prstGeom>
        </p:spPr>
      </p:pic>
      <p:sp>
        <p:nvSpPr>
          <p:cNvPr id="5" name="文本框 4"/>
          <p:cNvSpPr txBox="1"/>
          <p:nvPr/>
        </p:nvSpPr>
        <p:spPr>
          <a:xfrm>
            <a:off x="107315" y="3174365"/>
            <a:ext cx="8959850" cy="190944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endParaRPr lang="en-US" altLang="zh-CN" sz="1000" b="1" dirty="0" smtClean="0">
              <a:solidFill>
                <a:schemeClr val="tx1"/>
              </a:solidFill>
              <a:latin typeface="+mn-ea"/>
            </a:endParaRPr>
          </a:p>
        </p:txBody>
      </p:sp>
      <p:pic>
        <p:nvPicPr>
          <p:cNvPr id="6" name="图片 5"/>
          <p:cNvPicPr>
            <a:picLocks noChangeAspect="1"/>
          </p:cNvPicPr>
          <p:nvPr/>
        </p:nvPicPr>
        <p:blipFill>
          <a:blip r:embed="rId3"/>
          <a:stretch>
            <a:fillRect/>
          </a:stretch>
        </p:blipFill>
        <p:spPr>
          <a:xfrm>
            <a:off x="4140200" y="3435350"/>
            <a:ext cx="4836160" cy="128778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2733675"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单条件匹配查询must</a:t>
            </a:r>
            <a:endParaRPr lang="zh-CN" altLang="en-US" sz="10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"query": {</a:t>
            </a:r>
            <a:r>
              <a:rPr lang="en-US" altLang="zh-CN" sz="700" b="1" dirty="0" smtClean="0">
                <a:latin typeface="+mn-ea"/>
              </a:rPr>
              <a:t> //</a:t>
            </a:r>
            <a:r>
              <a:rPr lang="zh-CN" altLang="en-US" sz="700" b="1" dirty="0" smtClean="0">
                <a:latin typeface="+mn-ea"/>
              </a:rPr>
              <a:t>查询</a:t>
            </a:r>
            <a:r>
              <a:rPr lang="zh-CN" altLang="en-US" sz="700" b="1" dirty="0" smtClean="0">
                <a:latin typeface="+mn-ea"/>
              </a:rPr>
              <a:t>匹配</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"bool": {                     // 布尔查询，可以组合多个条件</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"must": [                 // 必须满足所有条件的数组</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"match": {        // 第一个条件：匹配 category 字段为 "华为"</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"category": "华为"</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"match": {        // 第二个条件：匹配 price 字段为 4999</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"price": 4999</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a:t>
            </a:r>
            <a:endParaRPr lang="zh-CN" altLang="en-US" sz="700" b="1" dirty="0" smtClean="0">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多条件查询操作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文本框 1"/>
          <p:cNvSpPr txBox="1"/>
          <p:nvPr/>
        </p:nvSpPr>
        <p:spPr>
          <a:xfrm>
            <a:off x="5147945" y="772160"/>
            <a:ext cx="3048000" cy="4351655"/>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sym typeface="+mn-ea"/>
              </a:rPr>
              <a:t>多条件查询</a:t>
            </a:r>
            <a:r>
              <a:rPr lang="en-US" altLang="zh-CN" sz="1000" b="1" dirty="0" smtClean="0">
                <a:latin typeface="+mn-ea"/>
                <a:sym typeface="+mn-ea"/>
              </a:rPr>
              <a:t>  should</a:t>
            </a:r>
            <a:endParaRPr lang="en-US" altLang="zh-CN" sz="10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"query": {</a:t>
            </a:r>
            <a:r>
              <a:rPr lang="en-US" altLang="zh-CN" sz="700" b="1" dirty="0" smtClean="0">
                <a:latin typeface="+mn-ea"/>
              </a:rPr>
              <a:t> //</a:t>
            </a:r>
            <a:r>
              <a:rPr lang="zh-CN" altLang="en-US" sz="700" b="1" dirty="0" smtClean="0">
                <a:latin typeface="+mn-ea"/>
              </a:rPr>
              <a:t>查询</a:t>
            </a:r>
            <a:r>
              <a:rPr lang="zh-CN" altLang="en-US" sz="700" b="1" dirty="0" smtClean="0">
                <a:latin typeface="+mn-ea"/>
              </a:rPr>
              <a:t>匹配</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"bool": {                     // 布尔查询，可以组合多个条件</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"should": [               // 至少满足一个条件的数组</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"match": {        // 第一个条件：匹配 category 字段为 "华为"</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"category": "华为"</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"match": {        // 第二个条件：匹配 category 字段为 "小米"</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"category": "小米"</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"match": {        // 第三个条件：匹配 price 字段为 4999</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"price": 4999</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a:t>
            </a:r>
            <a:endParaRPr lang="zh-CN" altLang="en-US" sz="700" b="1" dirty="0" smtClean="0">
              <a:latin typeface="+mn-ea"/>
            </a:endParaRPr>
          </a:p>
        </p:txBody>
      </p:sp>
      <p:pic>
        <p:nvPicPr>
          <p:cNvPr id="5" name="图片 4"/>
          <p:cNvPicPr>
            <a:picLocks noChangeAspect="1"/>
          </p:cNvPicPr>
          <p:nvPr/>
        </p:nvPicPr>
        <p:blipFill>
          <a:blip r:embed="rId2"/>
          <a:stretch>
            <a:fillRect/>
          </a:stretch>
        </p:blipFill>
        <p:spPr>
          <a:xfrm>
            <a:off x="2834640" y="843915"/>
            <a:ext cx="2313305" cy="1325880"/>
          </a:xfrm>
          <a:prstGeom prst="rect">
            <a:avLst/>
          </a:prstGeom>
        </p:spPr>
      </p:pic>
      <p:pic>
        <p:nvPicPr>
          <p:cNvPr id="8" name="图片 7"/>
          <p:cNvPicPr>
            <a:picLocks noChangeAspect="1"/>
          </p:cNvPicPr>
          <p:nvPr/>
        </p:nvPicPr>
        <p:blipFill>
          <a:blip r:embed="rId3"/>
          <a:stretch>
            <a:fillRect/>
          </a:stretch>
        </p:blipFill>
        <p:spPr>
          <a:xfrm>
            <a:off x="2846070" y="3406140"/>
            <a:ext cx="2301875" cy="170751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3084195" cy="228854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查询第一页，并且显示两条数据的计算公式</a:t>
            </a:r>
            <a:endParaRPr lang="zh-CN" altLang="en-US" sz="1000" b="1" dirty="0" smtClean="0">
              <a:latin typeface="+mn-ea"/>
            </a:endParaRPr>
          </a:p>
          <a:p>
            <a:pPr indent="457200">
              <a:lnSpc>
                <a:spcPct val="150000"/>
              </a:lnSpc>
              <a:buClr>
                <a:srgbClr val="FF0000"/>
              </a:buClr>
              <a:buFont typeface="Wingdings" panose="05000000000000000000" pitchFamily="2" charset="2"/>
              <a:buNone/>
            </a:pPr>
            <a:r>
              <a:rPr lang="zh-CN" altLang="en-US" sz="1000" b="1" dirty="0" smtClean="0">
                <a:latin typeface="+mn-ea"/>
              </a:rPr>
              <a:t>(页码-1) * 每页数据条数</a:t>
            </a:r>
            <a:endParaRPr lang="zh-CN" altLang="en-US" sz="1000" b="1" dirty="0" smtClean="0">
              <a:latin typeface="+mn-ea"/>
            </a:endParaRPr>
          </a:p>
          <a:p>
            <a:pPr indent="457200">
              <a:lnSpc>
                <a:spcPct val="150000"/>
              </a:lnSpc>
              <a:buClr>
                <a:srgbClr val="FF0000"/>
              </a:buClr>
              <a:buFont typeface="Wingdings" panose="05000000000000000000" pitchFamily="2" charset="2"/>
              <a:buNone/>
            </a:pPr>
            <a:r>
              <a:rPr lang="zh-CN" altLang="en-US" sz="1000" b="1" dirty="0" smtClean="0">
                <a:latin typeface="+mn-ea"/>
              </a:rPr>
              <a:t>from = (1 - 1) * 2 = 0</a:t>
            </a: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1000" b="1" dirty="0" smtClean="0">
              <a:latin typeface="+mn-ea"/>
            </a:endParaRPr>
          </a:p>
          <a:p>
            <a:pPr marL="342900" lvl="0" indent="-342900">
              <a:lnSpc>
                <a:spcPct val="150000"/>
              </a:lnSpc>
              <a:buClr>
                <a:srgbClr val="FF0000"/>
              </a:buClr>
              <a:buFont typeface="Wingdings" panose="05000000000000000000" charset="0"/>
              <a:buChar char="n"/>
            </a:pP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分页查询操作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107315" y="1564005"/>
            <a:ext cx="3083560" cy="1568450"/>
          </a:xfrm>
          <a:prstGeom prst="rect">
            <a:avLst/>
          </a:prstGeom>
          <a:noFill/>
          <a:ln w="19050">
            <a:solidFill>
              <a:schemeClr val="bg1">
                <a:lumMod val="75000"/>
              </a:schemeClr>
            </a:solidFill>
          </a:ln>
        </p:spPr>
        <p:txBody>
          <a:bodyPr wrap="square" rtlCol="0">
            <a:spAutoFit/>
          </a:bodyPr>
          <a:p>
            <a:pPr indent="0">
              <a:lnSpc>
                <a:spcPct val="150000"/>
              </a:lnSpc>
              <a:buClr>
                <a:srgbClr val="FF0000"/>
              </a:buClr>
              <a:buFont typeface="Wingdings" panose="05000000000000000000" pitchFamily="2" charset="2"/>
              <a:buNone/>
            </a:pPr>
            <a:r>
              <a:rPr lang="zh-CN" altLang="en-US" sz="800" b="1" dirty="0" smtClean="0">
                <a:latin typeface="+mn-ea"/>
              </a:rPr>
              <a:t>{</a:t>
            </a:r>
            <a:endParaRPr lang="zh-CN" altLang="en-US" sz="800" b="1" dirty="0" smtClean="0">
              <a:latin typeface="+mn-ea"/>
            </a:endParaRPr>
          </a:p>
          <a:p>
            <a:pPr indent="0">
              <a:lnSpc>
                <a:spcPct val="150000"/>
              </a:lnSpc>
              <a:buClr>
                <a:srgbClr val="FF0000"/>
              </a:buClr>
              <a:buFont typeface="Wingdings" panose="05000000000000000000" pitchFamily="2" charset="2"/>
              <a:buNone/>
            </a:pPr>
            <a:r>
              <a:rPr lang="zh-CN" altLang="en-US" sz="800" b="1" dirty="0" smtClean="0">
                <a:latin typeface="+mn-ea"/>
              </a:rPr>
              <a:t>    "query": {</a:t>
            </a:r>
            <a:endParaRPr lang="zh-CN" altLang="en-US" sz="800" b="1" dirty="0" smtClean="0">
              <a:latin typeface="+mn-ea"/>
            </a:endParaRPr>
          </a:p>
          <a:p>
            <a:pPr indent="0">
              <a:lnSpc>
                <a:spcPct val="150000"/>
              </a:lnSpc>
              <a:buClr>
                <a:srgbClr val="FF0000"/>
              </a:buClr>
              <a:buFont typeface="Wingdings" panose="05000000000000000000" pitchFamily="2" charset="2"/>
              <a:buNone/>
            </a:pPr>
            <a:r>
              <a:rPr lang="zh-CN" altLang="en-US" sz="800" b="1" dirty="0" smtClean="0">
                <a:latin typeface="+mn-ea"/>
              </a:rPr>
              <a:t>        "match_all": {}    // 匹配所有文档的查询</a:t>
            </a:r>
            <a:endParaRPr lang="zh-CN" altLang="en-US" sz="800" b="1" dirty="0" smtClean="0">
              <a:latin typeface="+mn-ea"/>
            </a:endParaRPr>
          </a:p>
          <a:p>
            <a:pPr indent="0">
              <a:lnSpc>
                <a:spcPct val="150000"/>
              </a:lnSpc>
              <a:buClr>
                <a:srgbClr val="FF0000"/>
              </a:buClr>
              <a:buFont typeface="Wingdings" panose="05000000000000000000" pitchFamily="2" charset="2"/>
              <a:buNone/>
            </a:pPr>
            <a:r>
              <a:rPr lang="zh-CN" altLang="en-US" sz="800" b="1" dirty="0" smtClean="0">
                <a:latin typeface="+mn-ea"/>
              </a:rPr>
              <a:t>    },</a:t>
            </a:r>
            <a:endParaRPr lang="zh-CN" altLang="en-US" sz="800" b="1" dirty="0" smtClean="0">
              <a:latin typeface="+mn-ea"/>
            </a:endParaRPr>
          </a:p>
          <a:p>
            <a:pPr indent="0">
              <a:lnSpc>
                <a:spcPct val="150000"/>
              </a:lnSpc>
              <a:buClr>
                <a:srgbClr val="FF0000"/>
              </a:buClr>
              <a:buFont typeface="Wingdings" panose="05000000000000000000" pitchFamily="2" charset="2"/>
              <a:buNone/>
            </a:pPr>
            <a:r>
              <a:rPr lang="zh-CN" altLang="en-US" sz="800" b="1" dirty="0" smtClean="0">
                <a:latin typeface="+mn-ea"/>
              </a:rPr>
              <a:t>    "from": 0,             // 起始文档的索引位置（从第一个文档开始）</a:t>
            </a:r>
            <a:endParaRPr lang="zh-CN" altLang="en-US" sz="800" b="1" dirty="0" smtClean="0">
              <a:latin typeface="+mn-ea"/>
            </a:endParaRPr>
          </a:p>
          <a:p>
            <a:pPr indent="0">
              <a:lnSpc>
                <a:spcPct val="150000"/>
              </a:lnSpc>
              <a:buClr>
                <a:srgbClr val="FF0000"/>
              </a:buClr>
              <a:buFont typeface="Wingdings" panose="05000000000000000000" pitchFamily="2" charset="2"/>
              <a:buNone/>
            </a:pPr>
            <a:r>
              <a:rPr lang="zh-CN" altLang="en-US" sz="800" b="1" dirty="0" smtClean="0">
                <a:latin typeface="+mn-ea"/>
              </a:rPr>
              <a:t>    "size": 2              // 返回的文档数量</a:t>
            </a:r>
            <a:endParaRPr lang="zh-CN" altLang="en-US" sz="800" b="1" dirty="0" smtClean="0">
              <a:latin typeface="+mn-ea"/>
            </a:endParaRPr>
          </a:p>
          <a:p>
            <a:pPr indent="0">
              <a:lnSpc>
                <a:spcPct val="150000"/>
              </a:lnSpc>
              <a:buClr>
                <a:srgbClr val="FF0000"/>
              </a:buClr>
              <a:buFont typeface="Wingdings" panose="05000000000000000000" pitchFamily="2" charset="2"/>
              <a:buNone/>
            </a:pPr>
            <a:r>
              <a:rPr lang="zh-CN" altLang="en-US" sz="800" b="1" dirty="0" smtClean="0">
                <a:latin typeface="+mn-ea"/>
              </a:rPr>
              <a:t>}</a:t>
            </a:r>
            <a:endParaRPr lang="zh-CN" altLang="en-US" sz="800" b="1" dirty="0" smtClean="0">
              <a:latin typeface="+mn-ea"/>
            </a:endParaRPr>
          </a:p>
        </p:txBody>
      </p:sp>
      <p:sp>
        <p:nvSpPr>
          <p:cNvPr id="8" name="文本框 7"/>
          <p:cNvSpPr txBox="1"/>
          <p:nvPr/>
        </p:nvSpPr>
        <p:spPr>
          <a:xfrm>
            <a:off x="5240020" y="843915"/>
            <a:ext cx="3867150" cy="2287905"/>
          </a:xfrm>
          <a:prstGeom prst="rect">
            <a:avLst/>
          </a:prstGeom>
          <a:noFill/>
          <a:ln w="19050">
            <a:solidFill>
              <a:schemeClr val="bg1">
                <a:lumMod val="75000"/>
              </a:schemeClr>
            </a:solidFill>
          </a:ln>
        </p:spPr>
        <p:txBody>
          <a:bodyPr wrap="square" rtlCol="0" anchor="t">
            <a:noAutofit/>
          </a:bodyPr>
          <a:p>
            <a:pPr marL="342900" lvl="0" indent="-342900">
              <a:lnSpc>
                <a:spcPct val="150000"/>
              </a:lnSpc>
              <a:buClr>
                <a:srgbClr val="FF0000"/>
              </a:buClr>
              <a:buFont typeface="Wingdings" panose="05000000000000000000" charset="0"/>
              <a:buChar char="n"/>
            </a:pPr>
            <a:r>
              <a:rPr lang="en-US" altLang="zh-CN" sz="1000" b="1" dirty="0" smtClean="0">
                <a:latin typeface="+mn-ea"/>
                <a:sym typeface="+mn-ea"/>
              </a:rPr>
              <a:t>指定分页查询数据{</a:t>
            </a:r>
            <a:endParaRPr lang="en-US" altLang="zh-CN" sz="1000" b="1" dirty="0" smtClean="0">
              <a:solidFill>
                <a:schemeClr val="tx1"/>
              </a:solidFill>
              <a:latin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a:t>
            </a:r>
            <a:endParaRPr lang="en-US" altLang="zh-CN" sz="800" b="1" dirty="0" smtClean="0">
              <a:latin typeface="+mn-ea"/>
              <a:sym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    "query": {</a:t>
            </a:r>
            <a:endParaRPr lang="en-US" altLang="zh-CN" sz="800" b="1" dirty="0" smtClean="0">
              <a:latin typeface="+mn-ea"/>
              <a:sym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        "match_all": {}    // 匹配所有文档的查询</a:t>
            </a:r>
            <a:endParaRPr lang="en-US" altLang="zh-CN" sz="800" b="1" dirty="0" smtClean="0">
              <a:latin typeface="+mn-ea"/>
              <a:sym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    },</a:t>
            </a:r>
            <a:endParaRPr lang="en-US" altLang="zh-CN" sz="800" b="1" dirty="0" smtClean="0">
              <a:latin typeface="+mn-ea"/>
              <a:sym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    "from": 2,             // 起始文档的索引位置（从第三个文档开始，索引从0开始计数）</a:t>
            </a:r>
            <a:endParaRPr lang="en-US" altLang="zh-CN" sz="800" b="1" dirty="0" smtClean="0">
              <a:latin typeface="+mn-ea"/>
              <a:sym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    "size": 2,             // 返回的文档数量</a:t>
            </a:r>
            <a:endParaRPr lang="en-US" altLang="zh-CN" sz="800" b="1" dirty="0" smtClean="0">
              <a:latin typeface="+mn-ea"/>
              <a:sym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    "_source": ["title"]   // 返回结果中只包含字段"title"</a:t>
            </a:r>
            <a:endParaRPr lang="en-US" altLang="zh-CN" sz="800" b="1" dirty="0" smtClean="0">
              <a:latin typeface="+mn-ea"/>
              <a:sym typeface="+mn-ea"/>
            </a:endParaRPr>
          </a:p>
          <a:p>
            <a:pPr lvl="0" indent="457200">
              <a:lnSpc>
                <a:spcPct val="150000"/>
              </a:lnSpc>
              <a:buClr>
                <a:srgbClr val="FF0000"/>
              </a:buClr>
              <a:buFont typeface="Wingdings" panose="05000000000000000000" charset="0"/>
              <a:buNone/>
            </a:pPr>
            <a:r>
              <a:rPr lang="en-US" altLang="zh-CN" sz="800" b="1" dirty="0" smtClean="0">
                <a:latin typeface="+mn-ea"/>
                <a:sym typeface="+mn-ea"/>
              </a:rPr>
              <a:t>}</a:t>
            </a:r>
            <a:endParaRPr lang="en-US" altLang="zh-CN" sz="800" b="1" dirty="0" smtClean="0">
              <a:latin typeface="+mn-ea"/>
              <a:sym typeface="+mn-ea"/>
            </a:endParaRPr>
          </a:p>
        </p:txBody>
      </p:sp>
      <p:pic>
        <p:nvPicPr>
          <p:cNvPr id="2" name="图片 1"/>
          <p:cNvPicPr>
            <a:picLocks noChangeAspect="1"/>
          </p:cNvPicPr>
          <p:nvPr/>
        </p:nvPicPr>
        <p:blipFill>
          <a:blip r:embed="rId2"/>
          <a:stretch>
            <a:fillRect/>
          </a:stretch>
        </p:blipFill>
        <p:spPr>
          <a:xfrm>
            <a:off x="179705" y="3131820"/>
            <a:ext cx="3192145" cy="1893570"/>
          </a:xfrm>
          <a:prstGeom prst="rect">
            <a:avLst/>
          </a:prstGeom>
        </p:spPr>
      </p:pic>
      <p:pic>
        <p:nvPicPr>
          <p:cNvPr id="5" name="图片 4"/>
          <p:cNvPicPr>
            <a:picLocks noChangeAspect="1"/>
          </p:cNvPicPr>
          <p:nvPr/>
        </p:nvPicPr>
        <p:blipFill>
          <a:blip r:embed="rId3"/>
          <a:stretch>
            <a:fillRect/>
          </a:stretch>
        </p:blipFill>
        <p:spPr>
          <a:xfrm>
            <a:off x="5240020" y="3131820"/>
            <a:ext cx="3466465" cy="195326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2825750" cy="420687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solidFill>
                  <a:schemeClr val="tx1"/>
                </a:solidFill>
                <a:latin typeface="+mn-ea"/>
              </a:rPr>
              <a:t>排序</a:t>
            </a:r>
            <a:r>
              <a:rPr lang="zh-CN" altLang="en-US" sz="1000" b="1" dirty="0" smtClean="0">
                <a:solidFill>
                  <a:schemeClr val="tx1"/>
                </a:solidFill>
                <a:latin typeface="+mn-ea"/>
              </a:rPr>
              <a:t>查询</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"query":{</a:t>
            </a:r>
            <a:r>
              <a:rPr lang="en-US" altLang="zh-CN" sz="1000" b="1" dirty="0" smtClean="0">
                <a:solidFill>
                  <a:schemeClr val="tx1"/>
                </a:solidFill>
                <a:latin typeface="+mn-ea"/>
              </a:rPr>
              <a:t> //</a:t>
            </a:r>
            <a:r>
              <a:rPr lang="zh-CN" altLang="en-US" sz="1000" b="1" dirty="0" smtClean="0">
                <a:solidFill>
                  <a:schemeClr val="tx1"/>
                </a:solidFill>
                <a:latin typeface="+mn-ea"/>
              </a:rPr>
              <a:t>匹配</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"match_all":{</a:t>
            </a:r>
            <a:r>
              <a:rPr lang="en-US" altLang="zh-CN" sz="1000" b="1" dirty="0" smtClean="0">
                <a:solidFill>
                  <a:schemeClr val="tx1"/>
                </a:solidFill>
                <a:latin typeface="+mn-ea"/>
              </a:rPr>
              <a:t> //</a:t>
            </a:r>
            <a:r>
              <a:rPr lang="zh-CN" altLang="en-US" sz="1000" b="1" dirty="0" smtClean="0">
                <a:solidFill>
                  <a:schemeClr val="tx1"/>
                </a:solidFill>
                <a:latin typeface="+mn-ea"/>
              </a:rPr>
              <a:t>所有</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"_source":["title"],</a:t>
            </a:r>
            <a:r>
              <a:rPr lang="en-US" altLang="zh-CN" sz="1000" b="1" dirty="0" smtClean="0">
                <a:solidFill>
                  <a:schemeClr val="tx1"/>
                </a:solidFill>
                <a:latin typeface="+mn-ea"/>
              </a:rPr>
              <a:t> //</a:t>
            </a:r>
            <a:r>
              <a:rPr lang="zh-CN" altLang="en-US" sz="1000" b="1" dirty="0" smtClean="0">
                <a:solidFill>
                  <a:schemeClr val="tx1"/>
                </a:solidFill>
                <a:latin typeface="+mn-ea"/>
              </a:rPr>
              <a:t>排序字段</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"sort":{</a:t>
            </a:r>
            <a:r>
              <a:rPr lang="en-US" altLang="zh-CN" sz="1000" b="1" dirty="0" smtClean="0">
                <a:solidFill>
                  <a:schemeClr val="tx1"/>
                </a:solidFill>
                <a:latin typeface="+mn-ea"/>
              </a:rPr>
              <a:t> //</a:t>
            </a:r>
            <a:r>
              <a:rPr lang="zh-CN" altLang="en-US" sz="1000" b="1" dirty="0" smtClean="0">
                <a:solidFill>
                  <a:schemeClr val="tx1"/>
                </a:solidFill>
                <a:latin typeface="+mn-ea"/>
              </a:rPr>
              <a:t>排序</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"price":{</a:t>
            </a:r>
            <a:r>
              <a:rPr lang="en-US" altLang="zh-CN" sz="1000" b="1" dirty="0" smtClean="0">
                <a:solidFill>
                  <a:schemeClr val="tx1"/>
                </a:solidFill>
                <a:latin typeface="+mn-ea"/>
              </a:rPr>
              <a:t>  //</a:t>
            </a:r>
            <a:r>
              <a:rPr lang="zh-CN" altLang="en-US" sz="1000" b="1" dirty="0" smtClean="0">
                <a:solidFill>
                  <a:schemeClr val="tx1"/>
                </a:solidFill>
                <a:latin typeface="+mn-ea"/>
              </a:rPr>
              <a:t>排序的</a:t>
            </a:r>
            <a:r>
              <a:rPr lang="zh-CN" altLang="en-US" sz="1000" b="1" dirty="0" smtClean="0">
                <a:solidFill>
                  <a:schemeClr val="tx1"/>
                </a:solidFill>
                <a:latin typeface="+mn-ea"/>
              </a:rPr>
              <a:t>值：针对价格值进行</a:t>
            </a:r>
            <a:r>
              <a:rPr lang="zh-CN" altLang="en-US" sz="1000" b="1" dirty="0" smtClean="0">
                <a:solidFill>
                  <a:schemeClr val="tx1"/>
                </a:solidFill>
                <a:latin typeface="+mn-ea"/>
              </a:rPr>
              <a:t>排序</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"order":"desc" //升序从小到大</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a:t>
            </a:r>
            <a:endParaRPr lang="zh-CN" altLang="en-US"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排序查询操作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p:cNvPicPr>
            <a:picLocks noChangeAspect="1"/>
          </p:cNvPicPr>
          <p:nvPr/>
        </p:nvPicPr>
        <p:blipFill>
          <a:blip r:embed="rId2"/>
          <a:stretch>
            <a:fillRect/>
          </a:stretch>
        </p:blipFill>
        <p:spPr>
          <a:xfrm>
            <a:off x="3801745" y="1203325"/>
            <a:ext cx="4885055" cy="323405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176260"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范围查询</a:t>
            </a:r>
            <a:r>
              <a:rPr lang="en-US" altLang="zh-CN" sz="1000" b="1" dirty="0" smtClean="0">
                <a:latin typeface="+mn-ea"/>
              </a:rPr>
              <a:t>: </a:t>
            </a:r>
            <a:r>
              <a:rPr lang="en-US" altLang="zh-CN" sz="800" b="1" dirty="0" smtClean="0">
                <a:latin typeface="+mn-ea"/>
              </a:rPr>
              <a:t>意思是：查找 category 字段中包含“华为”或“小米”，或者 price 字段为 4999 的记录，同时结果中的 price 字段必须大于 4000。</a:t>
            </a:r>
            <a:endParaRPr lang="en-US" altLang="zh-CN" sz="800" b="1" dirty="0" smtClean="0">
              <a:latin typeface="+mn-ea"/>
            </a:endParaRPr>
          </a:p>
          <a:p>
            <a:pPr indent="457200">
              <a:lnSpc>
                <a:spcPct val="150000"/>
              </a:lnSpc>
              <a:buClr>
                <a:srgbClr val="FF0000"/>
              </a:buClr>
              <a:buFont typeface="Wingdings" panose="05000000000000000000" pitchFamily="2" charset="2"/>
              <a:buNone/>
            </a:pPr>
            <a:endParaRPr lang="en-US" altLang="zh-CN" sz="8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范围查询操作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文本框 4"/>
          <p:cNvSpPr txBox="1"/>
          <p:nvPr/>
        </p:nvSpPr>
        <p:spPr>
          <a:xfrm>
            <a:off x="2411730" y="1203325"/>
            <a:ext cx="2247900" cy="3385820"/>
          </a:xfrm>
          <a:prstGeom prst="rect">
            <a:avLst/>
          </a:prstGeom>
          <a:noFill/>
          <a:ln w="19050">
            <a:solidFill>
              <a:schemeClr val="bg1">
                <a:lumMod val="75000"/>
              </a:schemeClr>
            </a:solidFill>
          </a:ln>
        </p:spPr>
        <p:txBody>
          <a:bodyPr wrap="square" rtlCol="0">
            <a:noAutofit/>
          </a:bodyPr>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"match": {</a:t>
            </a:r>
            <a:r>
              <a:rPr lang="en-US" altLang="zh-CN" sz="700" b="1" dirty="0" smtClean="0">
                <a:latin typeface="+mn-ea"/>
              </a:rPr>
              <a:t> //匹配查询</a:t>
            </a:r>
            <a:endParaRPr lang="en-US" altLang="zh-CN"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"price":4999</a:t>
            </a:r>
            <a:r>
              <a:rPr lang="en-US" altLang="zh-CN" sz="700" b="1" dirty="0" smtClean="0">
                <a:latin typeface="+mn-ea"/>
              </a:rPr>
              <a:t> //price 字段匹配 4999</a:t>
            </a:r>
            <a:endParaRPr lang="en-US" altLang="zh-CN"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"filter":{</a:t>
            </a:r>
            <a:r>
              <a:rPr lang="en-US" altLang="zh-CN" sz="700" b="1" dirty="0" smtClean="0">
                <a:latin typeface="+mn-ea"/>
              </a:rPr>
              <a:t>  // 过滤部分</a:t>
            </a:r>
            <a:endParaRPr lang="en-US" altLang="zh-CN"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"range":{</a:t>
            </a:r>
            <a:r>
              <a:rPr lang="en-US" altLang="zh-CN" sz="700" b="1" dirty="0" smtClean="0">
                <a:latin typeface="+mn-ea"/>
              </a:rPr>
              <a:t> // 范围查询</a:t>
            </a:r>
            <a:endParaRPr lang="en-US" altLang="zh-CN"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"price":{</a:t>
            </a:r>
            <a:r>
              <a:rPr lang="en-US" altLang="zh-CN" sz="700" b="1" dirty="0" smtClean="0">
                <a:latin typeface="+mn-ea"/>
              </a:rPr>
              <a:t> 对 price 字段进行范围过滤</a:t>
            </a:r>
            <a:endParaRPr lang="en-US" altLang="zh-CN"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"gt": 4000</a:t>
            </a:r>
            <a:r>
              <a:rPr lang="en-US" altLang="zh-CN" sz="700" b="1" dirty="0" smtClean="0">
                <a:latin typeface="+mn-ea"/>
              </a:rPr>
              <a:t> // 价格大于 4000</a:t>
            </a:r>
            <a:endParaRPr lang="en-US" altLang="zh-CN"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rPr>
              <a:t>}</a:t>
            </a:r>
            <a:endParaRPr lang="zh-CN" altLang="en-US" sz="700" b="1" dirty="0" smtClean="0">
              <a:latin typeface="+mn-ea"/>
            </a:endParaRPr>
          </a:p>
        </p:txBody>
      </p:sp>
      <p:sp>
        <p:nvSpPr>
          <p:cNvPr id="6" name="文本框 5"/>
          <p:cNvSpPr txBox="1"/>
          <p:nvPr/>
        </p:nvSpPr>
        <p:spPr>
          <a:xfrm>
            <a:off x="107315" y="1203325"/>
            <a:ext cx="2312035" cy="3378835"/>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700" b="1" dirty="0" smtClean="0">
                <a:latin typeface="+mn-ea"/>
                <a:sym typeface="+mn-ea"/>
              </a:rPr>
              <a:t>{</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"query":{// 查询部分</a:t>
            </a:r>
            <a:r>
              <a:rPr lang="en-US" altLang="zh-CN" sz="700" b="1" dirty="0" smtClean="0">
                <a:latin typeface="+mn-ea"/>
                <a:sym typeface="+mn-ea"/>
              </a:rPr>
              <a:t> </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"bool":{</a:t>
            </a:r>
            <a:r>
              <a:rPr lang="en-US" altLang="zh-CN" sz="700" b="1" dirty="0" smtClean="0">
                <a:latin typeface="+mn-ea"/>
                <a:sym typeface="+mn-ea"/>
              </a:rPr>
              <a:t> // 布尔查询</a:t>
            </a:r>
            <a:endParaRPr lang="en-US" altLang="zh-CN"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"should":[</a:t>
            </a:r>
            <a:r>
              <a:rPr lang="en-US" altLang="zh-CN" sz="700" b="1" dirty="0" smtClean="0">
                <a:latin typeface="+mn-ea"/>
                <a:sym typeface="+mn-ea"/>
              </a:rPr>
              <a:t>  // "should" 子句，表示以下任意一个条件满足即可</a:t>
            </a:r>
            <a:endParaRPr lang="en-US" altLang="zh-CN"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"match": {</a:t>
            </a:r>
            <a:r>
              <a:rPr lang="en-US" altLang="zh-CN" sz="700" b="1" dirty="0" smtClean="0">
                <a:latin typeface="+mn-ea"/>
                <a:sym typeface="+mn-ea"/>
              </a:rPr>
              <a:t>  // 匹配查询</a:t>
            </a:r>
            <a:endParaRPr lang="en-US" altLang="zh-CN"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"category":"华为"</a:t>
            </a:r>
            <a:r>
              <a:rPr lang="en-US" altLang="zh-CN" sz="700" b="1" dirty="0" smtClean="0">
                <a:latin typeface="+mn-ea"/>
                <a:sym typeface="+mn-ea"/>
              </a:rPr>
              <a:t> //category 字段匹配 </a:t>
            </a:r>
            <a:r>
              <a:rPr lang="zh-CN" altLang="en-US" sz="700" b="1" dirty="0" smtClean="0">
                <a:latin typeface="+mn-ea"/>
                <a:sym typeface="+mn-ea"/>
              </a:rPr>
              <a:t>为华为的</a:t>
            </a:r>
            <a:endParaRPr lang="en-US" altLang="zh-CN"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"match": {</a:t>
            </a:r>
            <a:r>
              <a:rPr lang="en-US" altLang="zh-CN" sz="700" b="1" dirty="0" smtClean="0">
                <a:latin typeface="+mn-ea"/>
                <a:sym typeface="+mn-ea"/>
              </a:rPr>
              <a:t> </a:t>
            </a:r>
            <a:r>
              <a:rPr lang="en-US" altLang="zh-CN" sz="700" b="1" dirty="0" smtClean="0">
                <a:latin typeface="+mn-ea"/>
                <a:sym typeface="+mn-ea"/>
              </a:rPr>
              <a:t> // 匹配查询</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"category":"小米"</a:t>
            </a:r>
            <a:r>
              <a:rPr lang="en-US" altLang="zh-CN" sz="700" b="1" dirty="0" smtClean="0">
                <a:latin typeface="+mn-ea"/>
                <a:sym typeface="+mn-ea"/>
              </a:rPr>
              <a:t> </a:t>
            </a:r>
            <a:r>
              <a:rPr lang="en-US" altLang="zh-CN" sz="700" b="1" dirty="0" smtClean="0">
                <a:latin typeface="+mn-ea"/>
                <a:sym typeface="+mn-ea"/>
              </a:rPr>
              <a:t> //category 字段匹配 </a:t>
            </a:r>
            <a:r>
              <a:rPr lang="zh-CN" altLang="en-US" sz="700" b="1" dirty="0" smtClean="0">
                <a:latin typeface="+mn-ea"/>
                <a:sym typeface="+mn-ea"/>
              </a:rPr>
              <a:t>为小米的</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sym typeface="+mn-ea"/>
            </a:endParaRPr>
          </a:p>
        </p:txBody>
      </p:sp>
      <p:pic>
        <p:nvPicPr>
          <p:cNvPr id="7" name="图片 6"/>
          <p:cNvPicPr>
            <a:picLocks noChangeAspect="1"/>
          </p:cNvPicPr>
          <p:nvPr/>
        </p:nvPicPr>
        <p:blipFill>
          <a:blip r:embed="rId2"/>
          <a:stretch>
            <a:fillRect/>
          </a:stretch>
        </p:blipFill>
        <p:spPr>
          <a:xfrm>
            <a:off x="4674235" y="1203325"/>
            <a:ext cx="3498215" cy="344043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176260"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全文检索</a:t>
            </a:r>
            <a:endParaRPr lang="zh-CN" altLang="en-US" sz="1000" b="1" dirty="0" smtClean="0">
              <a:latin typeface="+mn-ea"/>
            </a:endParaRPr>
          </a:p>
          <a:p>
            <a:pPr indent="457200">
              <a:lnSpc>
                <a:spcPct val="150000"/>
              </a:lnSpc>
              <a:buClr>
                <a:srgbClr val="FF0000"/>
              </a:buClr>
              <a:buFont typeface="Wingdings" panose="05000000000000000000" pitchFamily="2" charset="2"/>
              <a:buNone/>
            </a:pPr>
            <a:r>
              <a:rPr lang="zh-CN" altLang="en-US" sz="900" b="1" dirty="0" smtClean="0">
                <a:latin typeface="+mn-ea"/>
              </a:rPr>
              <a:t>当</a:t>
            </a:r>
            <a:r>
              <a:rPr lang="zh-CN" altLang="en-US" sz="900" b="1" dirty="0" smtClean="0">
                <a:latin typeface="+mn-ea"/>
              </a:rPr>
              <a:t>保存文档数据时，ES会将文档数据进行分词拆解操作，并将拆解后的数据进行 倒排存储，因此就算使用文字的一部分查询也能查询到</a:t>
            </a:r>
            <a:endParaRPr lang="zh-CN" altLang="en-US" sz="900" b="1" dirty="0" smtClean="0">
              <a:latin typeface="+mn-ea"/>
            </a:endParaRPr>
          </a:p>
          <a:p>
            <a:pPr indent="457200">
              <a:lnSpc>
                <a:spcPct val="150000"/>
              </a:lnSpc>
              <a:buClr>
                <a:srgbClr val="FF0000"/>
              </a:buClr>
              <a:buFont typeface="Wingdings" panose="05000000000000000000" pitchFamily="2" charset="2"/>
              <a:buNone/>
            </a:pPr>
            <a:endParaRPr lang="zh-CN" altLang="en-US" sz="9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全文检索查询操作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文本框 4"/>
          <p:cNvSpPr txBox="1"/>
          <p:nvPr/>
        </p:nvSpPr>
        <p:spPr>
          <a:xfrm>
            <a:off x="5868035" y="1484630"/>
            <a:ext cx="2247900" cy="3385820"/>
          </a:xfrm>
          <a:prstGeom prst="rect">
            <a:avLst/>
          </a:prstGeom>
          <a:noFill/>
          <a:ln w="19050">
            <a:solidFill>
              <a:schemeClr val="bg1">
                <a:lumMod val="75000"/>
              </a:schemeClr>
            </a:solidFill>
          </a:ln>
        </p:spPr>
        <p:txBody>
          <a:bodyPr wrap="square" rtlCol="0">
            <a:noAutofit/>
          </a:bodyPr>
          <a:p>
            <a:pPr indent="0">
              <a:lnSpc>
                <a:spcPct val="150000"/>
              </a:lnSpc>
              <a:buClr>
                <a:srgbClr val="FF0000"/>
              </a:buClr>
              <a:buFont typeface="Wingdings" panose="05000000000000000000" pitchFamily="2" charset="2"/>
              <a:buNone/>
            </a:pPr>
            <a:r>
              <a:rPr lang="zh-CN" altLang="en-US" sz="700" b="1" dirty="0" smtClean="0">
                <a:latin typeface="+mn-ea"/>
                <a:sym typeface="+mn-ea"/>
              </a:rPr>
              <a:t>{</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"query": {                    // 定义查询语句</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"match": {                // 使用match查询类型</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"category": "小华"      // 在category字段中搜索包含"小华"的文档</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a:t>
            </a:r>
            <a:endParaRPr lang="zh-CN" altLang="en-US" sz="700" b="1" dirty="0" smtClean="0">
              <a:latin typeface="+mn-ea"/>
            </a:endParaRPr>
          </a:p>
        </p:txBody>
      </p:sp>
      <p:sp>
        <p:nvSpPr>
          <p:cNvPr id="6" name="文本框 5"/>
          <p:cNvSpPr txBox="1"/>
          <p:nvPr/>
        </p:nvSpPr>
        <p:spPr>
          <a:xfrm>
            <a:off x="107315" y="1491615"/>
            <a:ext cx="2312035" cy="3378835"/>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700" b="1" dirty="0" smtClean="0">
                <a:latin typeface="+mn-ea"/>
                <a:sym typeface="+mn-ea"/>
              </a:rPr>
              <a:t>{</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"query": {                    // 定义查询语句</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"match": {                // 使用match查询类型</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"category": "米"      // 在category字段中搜索包含"米"的文档</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    }</a:t>
            </a:r>
            <a:endParaRPr lang="zh-CN" altLang="en-US" sz="700" b="1" dirty="0" smtClean="0">
              <a:latin typeface="+mn-ea"/>
              <a:sym typeface="+mn-ea"/>
            </a:endParaRPr>
          </a:p>
          <a:p>
            <a:pPr indent="0">
              <a:lnSpc>
                <a:spcPct val="150000"/>
              </a:lnSpc>
              <a:buClr>
                <a:srgbClr val="FF0000"/>
              </a:buClr>
              <a:buFont typeface="Wingdings" panose="05000000000000000000" pitchFamily="2" charset="2"/>
              <a:buNone/>
            </a:pPr>
            <a:r>
              <a:rPr lang="zh-CN" altLang="en-US" sz="700" b="1" dirty="0" smtClean="0">
                <a:latin typeface="+mn-ea"/>
                <a:sym typeface="+mn-ea"/>
              </a:rPr>
              <a:t>}</a:t>
            </a:r>
            <a:endParaRPr lang="zh-CN" altLang="en-US" sz="700" b="1" dirty="0" smtClean="0">
              <a:latin typeface="+mn-ea"/>
              <a:sym typeface="+mn-ea"/>
            </a:endParaRPr>
          </a:p>
        </p:txBody>
      </p:sp>
      <p:pic>
        <p:nvPicPr>
          <p:cNvPr id="8" name="图片 7"/>
          <p:cNvPicPr>
            <a:picLocks noChangeAspect="1"/>
          </p:cNvPicPr>
          <p:nvPr/>
        </p:nvPicPr>
        <p:blipFill>
          <a:blip r:embed="rId2"/>
          <a:stretch>
            <a:fillRect/>
          </a:stretch>
        </p:blipFill>
        <p:spPr>
          <a:xfrm>
            <a:off x="2599690" y="1419860"/>
            <a:ext cx="3211830" cy="1802765"/>
          </a:xfrm>
          <a:prstGeom prst="rect">
            <a:avLst/>
          </a:prstGeom>
        </p:spPr>
      </p:pic>
      <p:pic>
        <p:nvPicPr>
          <p:cNvPr id="9" name="图片 8"/>
          <p:cNvPicPr>
            <a:picLocks noChangeAspect="1"/>
          </p:cNvPicPr>
          <p:nvPr/>
        </p:nvPicPr>
        <p:blipFill>
          <a:blip r:embed="rId3"/>
          <a:stretch>
            <a:fillRect/>
          </a:stretch>
        </p:blipFill>
        <p:spPr>
          <a:xfrm>
            <a:off x="2687320" y="3224530"/>
            <a:ext cx="3033395" cy="169799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176260"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完全查询</a:t>
            </a:r>
            <a:r>
              <a:rPr lang="zh-CN" altLang="en-US" sz="1000" b="1" dirty="0" smtClean="0">
                <a:latin typeface="+mn-ea"/>
              </a:rPr>
              <a:t>操作</a:t>
            </a: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6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完全查询操作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文本框 5"/>
          <p:cNvSpPr txBox="1"/>
          <p:nvPr/>
        </p:nvSpPr>
        <p:spPr>
          <a:xfrm>
            <a:off x="107315" y="1491615"/>
            <a:ext cx="2908300" cy="3378835"/>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latin typeface="+mn-ea"/>
                <a:sym typeface="+mn-ea"/>
              </a:rPr>
              <a:t>{</a:t>
            </a:r>
            <a:endParaRPr lang="zh-CN" altLang="en-US" sz="1000" b="1" dirty="0" smtClean="0">
              <a:latin typeface="+mn-ea"/>
              <a:sym typeface="+mn-ea"/>
            </a:endParaRPr>
          </a:p>
          <a:p>
            <a:pPr indent="0">
              <a:lnSpc>
                <a:spcPct val="150000"/>
              </a:lnSpc>
              <a:buClr>
                <a:srgbClr val="FF0000"/>
              </a:buClr>
              <a:buFont typeface="Wingdings" panose="05000000000000000000" pitchFamily="2" charset="2"/>
              <a:buNone/>
            </a:pPr>
            <a:r>
              <a:rPr lang="zh-CN" altLang="en-US" sz="1000" b="1" dirty="0" smtClean="0">
                <a:latin typeface="+mn-ea"/>
                <a:sym typeface="+mn-ea"/>
              </a:rPr>
              <a:t>    "query":{</a:t>
            </a:r>
            <a:r>
              <a:rPr lang="en-US" altLang="zh-CN" sz="1000" b="1" dirty="0" smtClean="0">
                <a:latin typeface="+mn-ea"/>
                <a:sym typeface="+mn-ea"/>
              </a:rPr>
              <a:t>  // 查询部分</a:t>
            </a:r>
            <a:endParaRPr lang="en-US" altLang="zh-CN" sz="1000" b="1" dirty="0" smtClean="0">
              <a:latin typeface="+mn-ea"/>
              <a:sym typeface="+mn-ea"/>
            </a:endParaRPr>
          </a:p>
          <a:p>
            <a:pPr indent="0">
              <a:lnSpc>
                <a:spcPct val="150000"/>
              </a:lnSpc>
              <a:buClr>
                <a:srgbClr val="FF0000"/>
              </a:buClr>
              <a:buFont typeface="Wingdings" panose="05000000000000000000" pitchFamily="2" charset="2"/>
              <a:buNone/>
            </a:pPr>
            <a:r>
              <a:rPr lang="zh-CN" altLang="en-US" sz="1000" b="1" dirty="0" smtClean="0">
                <a:latin typeface="+mn-ea"/>
                <a:sym typeface="+mn-ea"/>
              </a:rPr>
              <a:t>        "match_phrase":{</a:t>
            </a:r>
            <a:r>
              <a:rPr lang="en-US" altLang="zh-CN" sz="1000" b="1" dirty="0" smtClean="0">
                <a:latin typeface="+mn-ea"/>
                <a:sym typeface="+mn-ea"/>
              </a:rPr>
              <a:t> // 短语匹配查询</a:t>
            </a:r>
            <a:endParaRPr lang="en-US" altLang="zh-CN" sz="1000" b="1" dirty="0" smtClean="0">
              <a:latin typeface="+mn-ea"/>
              <a:sym typeface="+mn-ea"/>
            </a:endParaRPr>
          </a:p>
          <a:p>
            <a:pPr indent="0">
              <a:lnSpc>
                <a:spcPct val="150000"/>
              </a:lnSpc>
              <a:buClr>
                <a:srgbClr val="FF0000"/>
              </a:buClr>
              <a:buFont typeface="Wingdings" panose="05000000000000000000" pitchFamily="2" charset="2"/>
              <a:buNone/>
            </a:pPr>
            <a:r>
              <a:rPr lang="zh-CN" altLang="en-US" sz="1000" b="1" dirty="0" smtClean="0">
                <a:latin typeface="+mn-ea"/>
                <a:sym typeface="+mn-ea"/>
              </a:rPr>
              <a:t>            "category":"小华"</a:t>
            </a:r>
            <a:r>
              <a:rPr lang="en-US" altLang="zh-CN" sz="1000" b="1" dirty="0" smtClean="0">
                <a:latin typeface="+mn-ea"/>
                <a:sym typeface="+mn-ea"/>
              </a:rPr>
              <a:t> // 查找 category 字段中包含短语“小华”的记录</a:t>
            </a:r>
            <a:endParaRPr lang="en-US" altLang="zh-CN" sz="1000" b="1" dirty="0" smtClean="0">
              <a:latin typeface="+mn-ea"/>
              <a:sym typeface="+mn-ea"/>
            </a:endParaRPr>
          </a:p>
          <a:p>
            <a:pPr indent="0">
              <a:lnSpc>
                <a:spcPct val="150000"/>
              </a:lnSpc>
              <a:buClr>
                <a:srgbClr val="FF0000"/>
              </a:buClr>
              <a:buFont typeface="Wingdings" panose="05000000000000000000" pitchFamily="2" charset="2"/>
              <a:buNone/>
            </a:pPr>
            <a:r>
              <a:rPr lang="zh-CN" altLang="en-US" sz="1000" b="1" dirty="0" smtClean="0">
                <a:latin typeface="+mn-ea"/>
                <a:sym typeface="+mn-ea"/>
              </a:rPr>
              <a:t>        }</a:t>
            </a:r>
            <a:endParaRPr lang="zh-CN" altLang="en-US" sz="1000" b="1" dirty="0" smtClean="0">
              <a:latin typeface="+mn-ea"/>
              <a:sym typeface="+mn-ea"/>
            </a:endParaRPr>
          </a:p>
          <a:p>
            <a:pPr indent="0">
              <a:lnSpc>
                <a:spcPct val="150000"/>
              </a:lnSpc>
              <a:buClr>
                <a:srgbClr val="FF0000"/>
              </a:buClr>
              <a:buFont typeface="Wingdings" panose="05000000000000000000" pitchFamily="2" charset="2"/>
              <a:buNone/>
            </a:pPr>
            <a:r>
              <a:rPr lang="zh-CN" altLang="en-US" sz="1000" b="1" dirty="0" smtClean="0">
                <a:latin typeface="+mn-ea"/>
                <a:sym typeface="+mn-ea"/>
              </a:rPr>
              <a:t>    }</a:t>
            </a:r>
            <a:endParaRPr lang="zh-CN" altLang="en-US" sz="1000" b="1" dirty="0" smtClean="0">
              <a:latin typeface="+mn-ea"/>
              <a:sym typeface="+mn-ea"/>
            </a:endParaRPr>
          </a:p>
          <a:p>
            <a:pPr indent="0">
              <a:lnSpc>
                <a:spcPct val="150000"/>
              </a:lnSpc>
              <a:buClr>
                <a:srgbClr val="FF0000"/>
              </a:buClr>
              <a:buFont typeface="Wingdings" panose="05000000000000000000" pitchFamily="2" charset="2"/>
              <a:buNone/>
            </a:pPr>
            <a:r>
              <a:rPr lang="zh-CN" altLang="en-US" sz="1000" b="1" dirty="0" smtClean="0">
                <a:latin typeface="+mn-ea"/>
                <a:sym typeface="+mn-ea"/>
              </a:rPr>
              <a:t>}</a:t>
            </a:r>
            <a:endParaRPr lang="zh-CN" altLang="en-US" sz="1000" b="1" dirty="0" smtClean="0">
              <a:latin typeface="+mn-ea"/>
              <a:sym typeface="+mn-ea"/>
            </a:endParaRPr>
          </a:p>
        </p:txBody>
      </p:sp>
      <p:pic>
        <p:nvPicPr>
          <p:cNvPr id="2" name="图片 1"/>
          <p:cNvPicPr>
            <a:picLocks noChangeAspect="1"/>
          </p:cNvPicPr>
          <p:nvPr/>
        </p:nvPicPr>
        <p:blipFill>
          <a:blip r:embed="rId2"/>
          <a:stretch>
            <a:fillRect/>
          </a:stretch>
        </p:blipFill>
        <p:spPr>
          <a:xfrm>
            <a:off x="3131820" y="1492250"/>
            <a:ext cx="4417695" cy="338328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176260"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聚合查询</a:t>
            </a:r>
            <a:endParaRPr lang="zh-CN" altLang="en-US" sz="1000" b="1" dirty="0" smtClean="0">
              <a:latin typeface="+mn-ea"/>
            </a:endParaRPr>
          </a:p>
          <a:p>
            <a:pPr marL="342900" indent="-342900">
              <a:lnSpc>
                <a:spcPct val="150000"/>
              </a:lnSpc>
              <a:buClr>
                <a:srgbClr val="FF0000"/>
              </a:buClr>
              <a:buFont typeface="Wingdings" panose="05000000000000000000" pitchFamily="2" charset="2"/>
              <a:buChar char="n"/>
            </a:pP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6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聚合查询操作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文本框 4"/>
          <p:cNvSpPr txBox="1"/>
          <p:nvPr/>
        </p:nvSpPr>
        <p:spPr>
          <a:xfrm>
            <a:off x="5003800" y="843280"/>
            <a:ext cx="2775585" cy="2082800"/>
          </a:xfrm>
          <a:prstGeom prst="rect">
            <a:avLst/>
          </a:prstGeom>
          <a:noFill/>
          <a:ln w="19050">
            <a:solidFill>
              <a:schemeClr val="bg1">
                <a:lumMod val="75000"/>
              </a:schemeClr>
            </a:solidFill>
          </a:ln>
        </p:spPr>
        <p:txBody>
          <a:bodyPr wrap="square" rtlCol="0">
            <a:noAutofit/>
          </a:bodyPr>
          <a:p>
            <a:pPr marL="342900" indent="-342900">
              <a:lnSpc>
                <a:spcPct val="150000"/>
              </a:lnSpc>
              <a:buClr>
                <a:srgbClr val="FF0000"/>
              </a:buClr>
              <a:buFont typeface="Wingdings" panose="05000000000000000000" pitchFamily="2" charset="2"/>
              <a:buChar char="n"/>
            </a:pPr>
            <a:r>
              <a:rPr lang="zh-CN" altLang="en-US" sz="800" b="1" dirty="0" smtClean="0">
                <a:latin typeface="+mn-ea"/>
                <a:sym typeface="+mn-ea"/>
              </a:rPr>
              <a:t>统计平均值</a:t>
            </a:r>
            <a:r>
              <a:rPr lang="zh-CN" altLang="en-US" sz="800" b="1" dirty="0" smtClean="0">
                <a:latin typeface="+mn-ea"/>
                <a:sym typeface="+mn-ea"/>
              </a:rPr>
              <a:t>{</a:t>
            </a:r>
            <a:endParaRPr lang="zh-CN" altLang="en-US" sz="800" b="1" dirty="0" smtClean="0">
              <a:latin typeface="+mn-ea"/>
              <a:sym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"aggs":{</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"price_avg":{</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"avg":{</a:t>
            </a:r>
            <a:r>
              <a:rPr lang="en-US" altLang="zh-CN" sz="800" b="1" dirty="0" smtClean="0">
                <a:latin typeface="+mn-ea"/>
              </a:rPr>
              <a:t>  //</a:t>
            </a:r>
            <a:r>
              <a:rPr lang="zh-CN" altLang="en-US" sz="800" b="1" dirty="0" smtClean="0">
                <a:latin typeface="+mn-ea"/>
              </a:rPr>
              <a:t>求</a:t>
            </a:r>
            <a:r>
              <a:rPr lang="zh-CN" altLang="en-US" sz="800" b="1" dirty="0" smtClean="0">
                <a:latin typeface="+mn-ea"/>
              </a:rPr>
              <a:t>平均值</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"field":"price"</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"size":0</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a:t>
            </a:r>
            <a:endParaRPr lang="zh-CN" altLang="en-US" sz="800" b="1" dirty="0" smtClean="0">
              <a:latin typeface="+mn-ea"/>
            </a:endParaRPr>
          </a:p>
        </p:txBody>
      </p:sp>
      <p:sp>
        <p:nvSpPr>
          <p:cNvPr id="2" name="文本框 1"/>
          <p:cNvSpPr txBox="1"/>
          <p:nvPr/>
        </p:nvSpPr>
        <p:spPr>
          <a:xfrm>
            <a:off x="2124075" y="843280"/>
            <a:ext cx="2545715" cy="2082800"/>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800" b="1" dirty="0" smtClean="0">
                <a:latin typeface="+mn-ea"/>
              </a:rPr>
              <a:t>过滤原始数据</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"aggs":{</a:t>
            </a:r>
            <a:r>
              <a:rPr lang="en-US" altLang="zh-CN" sz="800" b="1" dirty="0" smtClean="0">
                <a:latin typeface="+mn-ea"/>
              </a:rPr>
              <a:t>  //</a:t>
            </a:r>
            <a:r>
              <a:rPr lang="zh-CN" altLang="en-US" sz="600" b="1" dirty="0" smtClean="0">
                <a:latin typeface="+mn-ea"/>
              </a:rPr>
              <a:t>聚合操作</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"price_group":{</a:t>
            </a:r>
            <a:r>
              <a:rPr lang="en-US" altLang="zh-CN" sz="800" b="1" dirty="0" smtClean="0">
                <a:latin typeface="+mn-ea"/>
              </a:rPr>
              <a:t> </a:t>
            </a:r>
            <a:r>
              <a:rPr lang="en-US" altLang="zh-CN" sz="600" b="1" dirty="0" smtClean="0">
                <a:latin typeface="+mn-ea"/>
              </a:rPr>
              <a:t>//</a:t>
            </a:r>
            <a:r>
              <a:rPr lang="zh-CN" altLang="en-US" sz="600" b="1" dirty="0" smtClean="0">
                <a:latin typeface="+mn-ea"/>
              </a:rPr>
              <a:t>自定义名称</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"terms":{</a:t>
            </a:r>
            <a:r>
              <a:rPr lang="en-US" altLang="zh-CN" sz="800" b="1" dirty="0" smtClean="0">
                <a:latin typeface="+mn-ea"/>
              </a:rPr>
              <a:t> //</a:t>
            </a:r>
            <a:r>
              <a:rPr lang="zh-CN" altLang="en-US" sz="600" b="1" dirty="0" smtClean="0">
                <a:latin typeface="+mn-ea"/>
              </a:rPr>
              <a:t>聚合术语</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"field":"price"</a:t>
            </a:r>
            <a:r>
              <a:rPr lang="en-US" altLang="zh-CN" sz="800" b="1" dirty="0" smtClean="0">
                <a:latin typeface="+mn-ea"/>
              </a:rPr>
              <a:t> </a:t>
            </a:r>
            <a:r>
              <a:rPr lang="en-US" altLang="zh-CN" sz="600" b="1" dirty="0" smtClean="0">
                <a:latin typeface="+mn-ea"/>
              </a:rPr>
              <a:t>// </a:t>
            </a:r>
            <a:r>
              <a:rPr lang="zh-CN" altLang="en-US" sz="600" b="1" dirty="0" smtClean="0">
                <a:latin typeface="+mn-ea"/>
              </a:rPr>
              <a:t>指定文档字段</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    "size":0</a:t>
            </a:r>
            <a:r>
              <a:rPr lang="en-US" altLang="zh-CN" sz="800" b="1" dirty="0" smtClean="0">
                <a:latin typeface="+mn-ea"/>
              </a:rPr>
              <a:t> </a:t>
            </a:r>
            <a:r>
              <a:rPr lang="en-US" altLang="zh-CN" sz="600" b="1" dirty="0" smtClean="0">
                <a:latin typeface="+mn-ea"/>
              </a:rPr>
              <a:t>//</a:t>
            </a:r>
            <a:r>
              <a:rPr lang="zh-CN" altLang="en-US" sz="600" b="1" dirty="0" smtClean="0">
                <a:latin typeface="+mn-ea"/>
              </a:rPr>
              <a:t>过滤元数据</a:t>
            </a:r>
            <a:endParaRPr lang="zh-CN" altLang="en-US" sz="800" b="1" dirty="0" smtClean="0">
              <a:latin typeface="+mn-ea"/>
            </a:endParaRPr>
          </a:p>
          <a:p>
            <a:pPr indent="457200">
              <a:lnSpc>
                <a:spcPct val="150000"/>
              </a:lnSpc>
              <a:buClr>
                <a:srgbClr val="FF0000"/>
              </a:buClr>
              <a:buFont typeface="Wingdings" panose="05000000000000000000" pitchFamily="2" charset="2"/>
              <a:buNone/>
            </a:pPr>
            <a:r>
              <a:rPr lang="zh-CN" altLang="en-US" sz="800" b="1" dirty="0" smtClean="0">
                <a:latin typeface="+mn-ea"/>
              </a:rPr>
              <a:t>}</a:t>
            </a:r>
            <a:endParaRPr lang="zh-CN" altLang="en-US" sz="800" b="1" dirty="0" smtClean="0">
              <a:latin typeface="+mn-ea"/>
            </a:endParaRPr>
          </a:p>
          <a:p>
            <a:pPr indent="457200">
              <a:lnSpc>
                <a:spcPct val="150000"/>
              </a:lnSpc>
              <a:buClr>
                <a:srgbClr val="FF0000"/>
              </a:buClr>
              <a:buFont typeface="Wingdings" panose="05000000000000000000" pitchFamily="2" charset="2"/>
              <a:buNone/>
            </a:pPr>
            <a:endParaRPr lang="zh-CN" altLang="en-US" sz="800" b="1" dirty="0" smtClean="0">
              <a:solidFill>
                <a:schemeClr val="tx1"/>
              </a:solidFill>
              <a:latin typeface="+mn-ea"/>
            </a:endParaRPr>
          </a:p>
        </p:txBody>
      </p:sp>
      <p:pic>
        <p:nvPicPr>
          <p:cNvPr id="8" name="图片 7"/>
          <p:cNvPicPr>
            <a:picLocks noChangeAspect="1"/>
          </p:cNvPicPr>
          <p:nvPr/>
        </p:nvPicPr>
        <p:blipFill>
          <a:blip r:embed="rId2"/>
          <a:stretch>
            <a:fillRect/>
          </a:stretch>
        </p:blipFill>
        <p:spPr>
          <a:xfrm>
            <a:off x="2124075" y="2931795"/>
            <a:ext cx="2546350" cy="2162175"/>
          </a:xfrm>
          <a:prstGeom prst="rect">
            <a:avLst/>
          </a:prstGeom>
        </p:spPr>
      </p:pic>
      <p:pic>
        <p:nvPicPr>
          <p:cNvPr id="9" name="图片 8"/>
          <p:cNvPicPr>
            <a:picLocks noChangeAspect="1"/>
          </p:cNvPicPr>
          <p:nvPr/>
        </p:nvPicPr>
        <p:blipFill>
          <a:blip r:embed="rId3"/>
          <a:stretch>
            <a:fillRect/>
          </a:stretch>
        </p:blipFill>
        <p:spPr>
          <a:xfrm>
            <a:off x="5003800" y="2926080"/>
            <a:ext cx="2775585" cy="216725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176260"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en-US" altLang="zh-CN" sz="1000" b="1" dirty="0" smtClean="0">
                <a:latin typeface="+mn-ea"/>
              </a:rPr>
              <a:t>keyword</a:t>
            </a:r>
            <a:r>
              <a:rPr lang="zh-CN" altLang="en-US" sz="1000" b="1" dirty="0" smtClean="0">
                <a:latin typeface="+mn-ea"/>
              </a:rPr>
              <a:t>查询：keyword 查询通常用于对关键字类型的字段进行精确匹配。关键字（Keyword）类型的字段在索引时不会被分词，整个字段作为一个整体进行索引和查询。这种类型通常用于存储结构化数据，如标识符、状态码、类型等，不需要进行全文搜索或部分匹配。</a:t>
            </a: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6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keyword</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查询操作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文本框 1"/>
          <p:cNvSpPr txBox="1"/>
          <p:nvPr/>
        </p:nvSpPr>
        <p:spPr>
          <a:xfrm>
            <a:off x="107315" y="1419860"/>
            <a:ext cx="3204845" cy="3650615"/>
          </a:xfrm>
          <a:prstGeom prst="rect">
            <a:avLst/>
          </a:prstGeom>
          <a:noFill/>
          <a:ln w="19050">
            <a:solidFill>
              <a:schemeClr val="bg1">
                <a:lumMod val="75000"/>
              </a:schemeClr>
            </a:solidFill>
          </a:ln>
        </p:spPr>
        <p:txBody>
          <a:bodyPr wrap="square" rtlCol="0" anchor="t">
            <a:noAutofit/>
          </a:bodyPr>
          <a:p>
            <a:pPr indent="457200">
              <a:lnSpc>
                <a:spcPct val="150000"/>
              </a:lnSpc>
              <a:buClr>
                <a:srgbClr val="FF0000"/>
              </a:buClr>
              <a:buFont typeface="Wingdings" panose="05000000000000000000" pitchFamily="2" charset="2"/>
              <a:buNone/>
            </a:pPr>
            <a:r>
              <a:rPr lang="zh-CN" altLang="en-US" sz="600" b="1" dirty="0" smtClean="0">
                <a:latin typeface="+mn-ea"/>
              </a:rPr>
              <a:t>PUT：http://127.0.0.1:9200/user</a:t>
            </a:r>
            <a:endParaRPr lang="zh-CN" altLang="en-US" sz="600" b="1" dirty="0" smtClean="0">
              <a:latin typeface="+mn-ea"/>
            </a:endParaRPr>
          </a:p>
          <a:p>
            <a:pPr indent="457200">
              <a:lnSpc>
                <a:spcPct val="150000"/>
              </a:lnSpc>
              <a:buClr>
                <a:srgbClr val="FF0000"/>
              </a:buClr>
              <a:buFont typeface="Wingdings" panose="05000000000000000000" pitchFamily="2" charset="2"/>
              <a:buNone/>
            </a:pP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PUT：http://127.0.0.1:9200/user/_mapping</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"properties":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"name":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"type": "text",     // 文本类型字段</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"index": true      // 被索引，支持全文搜索和部分匹配</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"nsex":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"type": "keyword",  // 关键字类型字段</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"index": true      // 被索引，用于精确匹配</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"tel":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"type": "keyword",  // 关键字类型字段</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"index": false     // 不被索引，不能进行搜索</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a:t>
            </a:r>
            <a:r>
              <a:rPr lang="en-US" altLang="zh-CN" sz="600" b="1" dirty="0" smtClean="0">
                <a:latin typeface="+mn-ea"/>
              </a:rPr>
              <a:t>-----------------BODY</a:t>
            </a:r>
            <a:r>
              <a:rPr lang="zh-CN" altLang="en-US" sz="600" b="1" dirty="0" smtClean="0">
                <a:latin typeface="+mn-ea"/>
              </a:rPr>
              <a:t>查询部分</a:t>
            </a:r>
            <a:r>
              <a:rPr lang="en-US" altLang="zh-CN" sz="600" b="1" dirty="0" smtClean="0">
                <a:latin typeface="+mn-ea"/>
              </a:rPr>
              <a:t>-------------------------</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"query":{</a:t>
            </a:r>
            <a:r>
              <a:rPr lang="en-US" altLang="zh-CN" sz="600" b="1" dirty="0" smtClean="0">
                <a:latin typeface="+mn-ea"/>
              </a:rPr>
              <a:t>  // 查询部分</a:t>
            </a:r>
            <a:endParaRPr lang="en-US" altLang="zh-CN"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"match":{</a:t>
            </a:r>
            <a:r>
              <a:rPr lang="en-US" altLang="zh-CN" sz="600" b="1" dirty="0" smtClean="0">
                <a:latin typeface="+mn-ea"/>
              </a:rPr>
              <a:t> // 匹配查询</a:t>
            </a:r>
            <a:endParaRPr lang="en-US" altLang="zh-CN"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"age":"3"</a:t>
            </a:r>
            <a:r>
              <a:rPr lang="en-US" altLang="zh-CN" sz="600" b="1" dirty="0" smtClean="0">
                <a:latin typeface="+mn-ea"/>
              </a:rPr>
              <a:t> // 匹配 age 字段值为 "3" 的记录</a:t>
            </a:r>
            <a:endParaRPr lang="en-US" altLang="zh-CN"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    }</a:t>
            </a:r>
            <a:endParaRPr lang="zh-CN" altLang="en-US" sz="600" b="1" dirty="0" smtClean="0">
              <a:latin typeface="+mn-ea"/>
            </a:endParaRPr>
          </a:p>
          <a:p>
            <a:pPr indent="457200">
              <a:lnSpc>
                <a:spcPct val="150000"/>
              </a:lnSpc>
              <a:buClr>
                <a:srgbClr val="FF0000"/>
              </a:buClr>
              <a:buFont typeface="Wingdings" panose="05000000000000000000" pitchFamily="2" charset="2"/>
              <a:buNone/>
            </a:pPr>
            <a:r>
              <a:rPr lang="zh-CN" altLang="en-US" sz="600" b="1" dirty="0" smtClean="0">
                <a:latin typeface="+mn-ea"/>
              </a:rPr>
              <a:t>}</a:t>
            </a:r>
            <a:endParaRPr lang="zh-CN" altLang="en-US" sz="600" b="1" dirty="0" smtClean="0">
              <a:latin typeface="+mn-ea"/>
            </a:endParaRPr>
          </a:p>
          <a:p>
            <a:pPr indent="457200">
              <a:lnSpc>
                <a:spcPct val="150000"/>
              </a:lnSpc>
              <a:buClr>
                <a:srgbClr val="FF0000"/>
              </a:buClr>
              <a:buFont typeface="Wingdings" panose="05000000000000000000" pitchFamily="2" charset="2"/>
              <a:buNone/>
            </a:pPr>
            <a:endParaRPr lang="zh-CN" altLang="en-US" sz="600" b="1" dirty="0" smtClean="0">
              <a:solidFill>
                <a:schemeClr val="tx1"/>
              </a:solidFill>
              <a:latin typeface="+mn-ea"/>
            </a:endParaRPr>
          </a:p>
        </p:txBody>
      </p:sp>
      <p:pic>
        <p:nvPicPr>
          <p:cNvPr id="7" name="图片 6"/>
          <p:cNvPicPr>
            <a:picLocks noChangeAspect="1"/>
          </p:cNvPicPr>
          <p:nvPr/>
        </p:nvPicPr>
        <p:blipFill>
          <a:blip r:embed="rId2"/>
          <a:stretch>
            <a:fillRect/>
          </a:stretch>
        </p:blipFill>
        <p:spPr>
          <a:xfrm>
            <a:off x="3491865" y="1419860"/>
            <a:ext cx="5116830" cy="314706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41435"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Java High Level REST Client 是对 Elasticsearch RESTful API 的封装，提供了更方便的 Java 接口来进行操作。它底层仍然通过 HTTP 与 Elasticsearch 的 RESTful API 进行通信，但开发者可以通过更简洁的 Java 方法来调用这些接口。</a:t>
            </a:r>
            <a:endParaRPr lang="zh-CN" altLang="en-US" sz="1000" b="1" dirty="0" smtClean="0">
              <a:latin typeface="+mn-ea"/>
            </a:endParaRPr>
          </a:p>
          <a:p>
            <a:pPr marL="342900" indent="-342900">
              <a:lnSpc>
                <a:spcPct val="150000"/>
              </a:lnSpc>
              <a:buClr>
                <a:srgbClr val="FF0000"/>
              </a:buClr>
              <a:buFont typeface="Wingdings" panose="05000000000000000000" pitchFamily="2" charset="2"/>
              <a:buChar char="n"/>
            </a:pPr>
            <a:r>
              <a:rPr lang="zh-CN" altLang="en-US" sz="1000" b="1" dirty="0" smtClean="0">
                <a:latin typeface="+mn-ea"/>
              </a:rPr>
              <a:t>创建操作</a:t>
            </a:r>
            <a:r>
              <a:rPr lang="en-US" altLang="zh-CN" sz="1000" b="1" dirty="0" smtClean="0">
                <a:latin typeface="+mn-ea"/>
              </a:rPr>
              <a:t>			  			</a:t>
            </a:r>
            <a:r>
              <a:rPr lang="zh-CN" altLang="en-US" sz="1000" b="1" dirty="0" smtClean="0">
                <a:latin typeface="+mn-ea"/>
              </a:rPr>
              <a:t>删除</a:t>
            </a:r>
            <a:r>
              <a:rPr lang="zh-CN" altLang="en-US" sz="1000" b="1" dirty="0" smtClean="0">
                <a:latin typeface="+mn-ea"/>
              </a:rPr>
              <a:t>操作</a:t>
            </a: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1000" b="1" dirty="0" smtClean="0">
              <a:latin typeface="+mn-ea"/>
            </a:endParaRPr>
          </a:p>
          <a:p>
            <a:pPr marL="342900" indent="-342900">
              <a:lnSpc>
                <a:spcPct val="150000"/>
              </a:lnSpc>
              <a:buClr>
                <a:srgbClr val="FF0000"/>
              </a:buClr>
              <a:buFont typeface="Wingdings" panose="05000000000000000000" pitchFamily="2" charset="2"/>
              <a:buChar char="n"/>
            </a:pP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6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API </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9" name="图片 8"/>
          <p:cNvPicPr>
            <a:picLocks noChangeAspect="1"/>
          </p:cNvPicPr>
          <p:nvPr/>
        </p:nvPicPr>
        <p:blipFill>
          <a:blip r:embed="rId2"/>
          <a:stretch>
            <a:fillRect/>
          </a:stretch>
        </p:blipFill>
        <p:spPr>
          <a:xfrm>
            <a:off x="251460" y="1635760"/>
            <a:ext cx="3341370" cy="3241675"/>
          </a:xfrm>
          <a:prstGeom prst="rect">
            <a:avLst/>
          </a:prstGeom>
        </p:spPr>
      </p:pic>
      <p:pic>
        <p:nvPicPr>
          <p:cNvPr id="10" name="图片 9"/>
          <p:cNvPicPr>
            <a:picLocks noChangeAspect="1"/>
          </p:cNvPicPr>
          <p:nvPr/>
        </p:nvPicPr>
        <p:blipFill>
          <a:blip r:embed="rId3"/>
          <a:stretch>
            <a:fillRect/>
          </a:stretch>
        </p:blipFill>
        <p:spPr>
          <a:xfrm>
            <a:off x="5553710" y="1635760"/>
            <a:ext cx="3482340" cy="3290570"/>
          </a:xfrm>
          <a:prstGeom prst="rect">
            <a:avLst/>
          </a:prstGeom>
        </p:spPr>
      </p:pic>
      <p:pic>
        <p:nvPicPr>
          <p:cNvPr id="6" name="图片 5"/>
          <p:cNvPicPr>
            <a:picLocks noChangeAspect="1"/>
          </p:cNvPicPr>
          <p:nvPr/>
        </p:nvPicPr>
        <p:blipFill>
          <a:blip r:embed="rId4"/>
          <a:stretch>
            <a:fillRect/>
          </a:stretch>
        </p:blipFill>
        <p:spPr>
          <a:xfrm>
            <a:off x="3592830" y="1635760"/>
            <a:ext cx="1960880" cy="174117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88425" cy="4280535"/>
          </a:xfrm>
          <a:prstGeom prst="rect">
            <a:avLst/>
          </a:prstGeom>
          <a:noFill/>
          <a:ln w="19050">
            <a:solidFill>
              <a:schemeClr val="bg1">
                <a:lumMod val="75000"/>
              </a:schemeClr>
            </a:solidFill>
          </a:ln>
        </p:spPr>
        <p:txBody>
          <a:bodyPr wrap="square" rtlCol="0" anchor="t">
            <a:noAutofit/>
          </a:bodyPr>
          <a:p>
            <a:pPr marL="342900" indent="-342900">
              <a:lnSpc>
                <a:spcPct val="150000"/>
              </a:lnSpc>
              <a:buClr>
                <a:srgbClr val="FF0000"/>
              </a:buClr>
              <a:buFont typeface="Wingdings" panose="05000000000000000000" pitchFamily="2" charset="2"/>
              <a:buChar char="n"/>
            </a:pPr>
            <a:r>
              <a:rPr lang="zh-CN" altLang="en-US" sz="1000" b="1" dirty="0" smtClean="0">
                <a:latin typeface="+mn-ea"/>
              </a:rPr>
              <a:t>更新操作</a:t>
            </a:r>
            <a:r>
              <a:rPr lang="en-US" altLang="zh-CN" sz="1000" b="1" dirty="0" smtClean="0">
                <a:latin typeface="+mn-ea"/>
              </a:rPr>
              <a:t>						</a:t>
            </a:r>
            <a:r>
              <a:rPr lang="zh-CN" altLang="en-US" sz="1000" b="1" dirty="0" smtClean="0">
                <a:latin typeface="+mn-ea"/>
              </a:rPr>
              <a:t>查询操作</a:t>
            </a:r>
            <a:r>
              <a:rPr lang="en-US" altLang="zh-CN" sz="1000" b="1" dirty="0" smtClean="0">
                <a:latin typeface="+mn-ea"/>
              </a:rPr>
              <a:t> </a:t>
            </a: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en-US" altLang="zh-CN" sz="1000" b="1" dirty="0" smtClean="0">
              <a:latin typeface="+mn-ea"/>
            </a:endParaRPr>
          </a:p>
          <a:p>
            <a:pPr marL="342900" indent="-342900">
              <a:lnSpc>
                <a:spcPct val="150000"/>
              </a:lnSpc>
              <a:buClr>
                <a:srgbClr val="FF0000"/>
              </a:buClr>
              <a:buFont typeface="Wingdings" panose="05000000000000000000" pitchFamily="2" charset="2"/>
              <a:buChar char="n"/>
            </a:pP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1000" b="1" dirty="0" smtClean="0">
              <a:latin typeface="+mn-ea"/>
            </a:endParaRPr>
          </a:p>
          <a:p>
            <a:pPr marL="342900" indent="-342900">
              <a:lnSpc>
                <a:spcPct val="150000"/>
              </a:lnSpc>
              <a:buClr>
                <a:srgbClr val="FF0000"/>
              </a:buClr>
              <a:buFont typeface="Wingdings" panose="05000000000000000000" pitchFamily="2" charset="2"/>
              <a:buChar char="n"/>
            </a:pPr>
            <a:endParaRPr lang="zh-CN" altLang="en-US" sz="1000" b="1" dirty="0" smtClean="0">
              <a:latin typeface="+mn-ea"/>
            </a:endParaRPr>
          </a:p>
          <a:p>
            <a:pPr indent="457200">
              <a:lnSpc>
                <a:spcPct val="150000"/>
              </a:lnSpc>
              <a:buClr>
                <a:srgbClr val="FF0000"/>
              </a:buClr>
              <a:buFont typeface="Wingdings" panose="05000000000000000000" pitchFamily="2" charset="2"/>
              <a:buNone/>
            </a:pPr>
            <a:endParaRPr lang="zh-CN" altLang="en-US" sz="6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API </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操作</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2"/>
          <a:stretch>
            <a:fillRect/>
          </a:stretch>
        </p:blipFill>
        <p:spPr>
          <a:xfrm>
            <a:off x="179705" y="1275715"/>
            <a:ext cx="3754120" cy="2825115"/>
          </a:xfrm>
          <a:prstGeom prst="rect">
            <a:avLst/>
          </a:prstGeom>
        </p:spPr>
      </p:pic>
      <p:pic>
        <p:nvPicPr>
          <p:cNvPr id="6" name="图片 5"/>
          <p:cNvPicPr>
            <a:picLocks noChangeAspect="1"/>
          </p:cNvPicPr>
          <p:nvPr/>
        </p:nvPicPr>
        <p:blipFill>
          <a:blip r:embed="rId3"/>
          <a:stretch>
            <a:fillRect/>
          </a:stretch>
        </p:blipFill>
        <p:spPr>
          <a:xfrm>
            <a:off x="5363845" y="1275715"/>
            <a:ext cx="3763010" cy="2524760"/>
          </a:xfrm>
          <a:prstGeom prst="rect">
            <a:avLst/>
          </a:prstGeom>
        </p:spPr>
      </p:pic>
      <p:pic>
        <p:nvPicPr>
          <p:cNvPr id="5" name="图片 4"/>
          <p:cNvPicPr>
            <a:picLocks noChangeAspect="1"/>
          </p:cNvPicPr>
          <p:nvPr/>
        </p:nvPicPr>
        <p:blipFill>
          <a:blip r:embed="rId4"/>
          <a:stretch>
            <a:fillRect/>
          </a:stretch>
        </p:blipFill>
        <p:spPr>
          <a:xfrm>
            <a:off x="3933825" y="1275715"/>
            <a:ext cx="1363345" cy="181737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2"/>
          <p:cNvSpPr>
            <a:spLocks noGrp="1"/>
          </p:cNvSpPr>
          <p:nvPr>
            <p:ph type="sldNum" sz="quarter" idx="12"/>
          </p:nvPr>
        </p:nvSpPr>
        <p:spPr>
          <a:xfrm>
            <a:off x="7264980" y="5294575"/>
            <a:ext cx="385763" cy="376238"/>
          </a:xfrm>
        </p:spPr>
        <p:txBody>
          <a:bodyPr/>
          <a:lstStyle/>
          <a:p>
            <a:pPr>
              <a:defRPr/>
            </a:pPr>
            <a:fld id="{21E49756-AF47-4EC4-9128-0854449AE01B}" type="slidenum">
              <a:rPr lang="uk-UA" smtClean="0"/>
            </a:fld>
            <a:endParaRPr lang="uk-UA" dirty="0"/>
          </a:p>
        </p:txBody>
      </p:sp>
      <p:sp>
        <p:nvSpPr>
          <p:cNvPr id="21" name="Rectangle 8"/>
          <p:cNvSpPr>
            <a:spLocks noChangeArrowheads="1"/>
          </p:cNvSpPr>
          <p:nvPr>
            <p:custDataLst>
              <p:tags r:id="rId1"/>
            </p:custDataLst>
          </p:nvPr>
        </p:nvSpPr>
        <p:spPr bwMode="auto">
          <a:xfrm>
            <a:off x="3779719" y="2701539"/>
            <a:ext cx="2727000" cy="387606"/>
          </a:xfrm>
          <a:prstGeom prst="rect">
            <a:avLst/>
          </a:prstGeom>
          <a:solidFill>
            <a:schemeClr val="bg1"/>
          </a:solidFill>
          <a:ln w="19050" algn="ctr">
            <a:solidFill>
              <a:srgbClr val="A0A0A0"/>
            </a:solidFill>
            <a:miter lim="800000"/>
          </a:ln>
          <a:effectLst/>
        </p:spPr>
        <p:txBody>
          <a:bodyPr wrap="none" lIns="283439" tIns="34283" rIns="283439" bIns="34283" anchor="ctr"/>
          <a:lstStyle/>
          <a:p>
            <a:pPr algn="l" defTabSz="685165"/>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华为云</a:t>
            </a:r>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Snapshot</a:t>
            </a:r>
            <a:r>
              <a:rPr lang="en-US" altLang="zh-CN"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备份恢复</a:t>
            </a:r>
            <a:endParaRPr lang="zh-CN" altLang="en-US" sz="1200" b="1"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Rectangle 6"/>
          <p:cNvSpPr>
            <a:spLocks noChangeArrowheads="1"/>
          </p:cNvSpPr>
          <p:nvPr>
            <p:custDataLst>
              <p:tags r:id="rId2"/>
            </p:custDataLst>
          </p:nvPr>
        </p:nvSpPr>
        <p:spPr bwMode="auto">
          <a:xfrm>
            <a:off x="2483646" y="2710833"/>
            <a:ext cx="1106805" cy="365184"/>
          </a:xfrm>
          <a:prstGeom prst="rect">
            <a:avLst/>
          </a:prstGeom>
          <a:solidFill>
            <a:srgbClr val="C00000"/>
          </a:solidFill>
          <a:ln w="28575" algn="ctr">
            <a:solidFill>
              <a:srgbClr val="C00000"/>
            </a:solidFill>
            <a:miter lim="800000"/>
          </a:ln>
          <a:effectLst/>
        </p:spPr>
        <p:txBody>
          <a:bodyPr wrap="none" lIns="68568" tIns="34284" rIns="68568" bIns="34284" anchor="ctr">
            <a:noAutofit/>
          </a:bodyPr>
          <a:lstStyle/>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第</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三部分</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21E49756-AF47-4EC4-9128-0854449AE01B}" type="slidenum">
              <a:rPr lang="en-US" altLang="zh-CN" smtClean="0"/>
            </a:fld>
            <a:endParaRPr lang="zh-CN" altLang="en-US" dirty="0"/>
          </a:p>
        </p:txBody>
      </p:sp>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华为云部署Elasticsearch</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7" name="图片 6"/>
          <p:cNvPicPr>
            <a:picLocks noChangeAspect="1"/>
          </p:cNvPicPr>
          <p:nvPr/>
        </p:nvPicPr>
        <p:blipFill>
          <a:blip r:embed="rId2"/>
          <a:stretch>
            <a:fillRect/>
          </a:stretch>
        </p:blipFill>
        <p:spPr>
          <a:xfrm>
            <a:off x="107315" y="843915"/>
            <a:ext cx="3781425" cy="963930"/>
          </a:xfrm>
          <a:prstGeom prst="rect">
            <a:avLst/>
          </a:prstGeom>
        </p:spPr>
      </p:pic>
      <p:pic>
        <p:nvPicPr>
          <p:cNvPr id="8" name="图片 7"/>
          <p:cNvPicPr>
            <a:picLocks noChangeAspect="1"/>
          </p:cNvPicPr>
          <p:nvPr/>
        </p:nvPicPr>
        <p:blipFill>
          <a:blip r:embed="rId3"/>
          <a:stretch>
            <a:fillRect/>
          </a:stretch>
        </p:blipFill>
        <p:spPr>
          <a:xfrm>
            <a:off x="107315" y="1807845"/>
            <a:ext cx="3781425" cy="2762250"/>
          </a:xfrm>
          <a:prstGeom prst="rect">
            <a:avLst/>
          </a:prstGeom>
        </p:spPr>
      </p:pic>
      <p:pic>
        <p:nvPicPr>
          <p:cNvPr id="9" name="图片 8"/>
          <p:cNvPicPr>
            <a:picLocks noChangeAspect="1"/>
          </p:cNvPicPr>
          <p:nvPr/>
        </p:nvPicPr>
        <p:blipFill>
          <a:blip r:embed="rId4"/>
          <a:stretch>
            <a:fillRect/>
          </a:stretch>
        </p:blipFill>
        <p:spPr>
          <a:xfrm>
            <a:off x="3923665" y="843280"/>
            <a:ext cx="4664710" cy="3218815"/>
          </a:xfrm>
          <a:prstGeom prst="rect">
            <a:avLst/>
          </a:prstGeom>
        </p:spPr>
      </p:pic>
      <p:pic>
        <p:nvPicPr>
          <p:cNvPr id="11" name="图片 10"/>
          <p:cNvPicPr>
            <a:picLocks noChangeAspect="1"/>
          </p:cNvPicPr>
          <p:nvPr/>
        </p:nvPicPr>
        <p:blipFill>
          <a:blip r:embed="rId5"/>
          <a:stretch>
            <a:fillRect/>
          </a:stretch>
        </p:blipFill>
        <p:spPr>
          <a:xfrm>
            <a:off x="3923665" y="3867785"/>
            <a:ext cx="3058160" cy="112141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生成数据测试</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连通性</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p:cNvPicPr>
            <a:picLocks noChangeAspect="1"/>
          </p:cNvPicPr>
          <p:nvPr/>
        </p:nvPicPr>
        <p:blipFill>
          <a:blip r:embed="rId2"/>
          <a:stretch>
            <a:fillRect/>
          </a:stretch>
        </p:blipFill>
        <p:spPr>
          <a:xfrm>
            <a:off x="146050" y="1563370"/>
            <a:ext cx="3921760" cy="2347595"/>
          </a:xfrm>
          <a:prstGeom prst="rect">
            <a:avLst/>
          </a:prstGeom>
        </p:spPr>
      </p:pic>
      <p:pic>
        <p:nvPicPr>
          <p:cNvPr id="6" name="图片 5"/>
          <p:cNvPicPr>
            <a:picLocks noChangeAspect="1"/>
          </p:cNvPicPr>
          <p:nvPr/>
        </p:nvPicPr>
        <p:blipFill>
          <a:blip r:embed="rId3"/>
          <a:stretch>
            <a:fillRect/>
          </a:stretch>
        </p:blipFill>
        <p:spPr>
          <a:xfrm>
            <a:off x="4101465" y="1563370"/>
            <a:ext cx="4965065" cy="232473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通过备份源端所有索引数据，并且在目标端进行恢复的时候需要将数据索引进行排除，因为</a:t>
            </a:r>
            <a:r>
              <a:rPr lang="en-US" altLang="zh-CN" sz="1000" b="1" dirty="0" smtClean="0">
                <a:solidFill>
                  <a:schemeClr val="tx1"/>
                </a:solidFill>
                <a:latin typeface="+mn-ea"/>
              </a:rPr>
              <a:t>.</a:t>
            </a:r>
            <a:r>
              <a:rPr lang="zh-CN" altLang="en-US" sz="1000" b="1" dirty="0" smtClean="0">
                <a:solidFill>
                  <a:schemeClr val="tx1"/>
                </a:solidFill>
                <a:latin typeface="+mn-ea"/>
              </a:rPr>
              <a:t>开头的都是系统所有，各各云厂商研发的</a:t>
            </a:r>
            <a:r>
              <a:rPr lang="en-US" altLang="zh-CN" sz="1000" b="1" dirty="0" smtClean="0">
                <a:solidFill>
                  <a:schemeClr val="tx1"/>
                </a:solidFill>
                <a:latin typeface="+mn-ea"/>
              </a:rPr>
              <a:t>ES</a:t>
            </a:r>
            <a:r>
              <a:rPr lang="zh-CN" altLang="en-US" sz="1000" b="1" dirty="0" smtClean="0">
                <a:solidFill>
                  <a:schemeClr val="tx1"/>
                </a:solidFill>
                <a:latin typeface="+mn-ea"/>
              </a:rPr>
              <a:t>产品的系统索引可能有所不同，在测试过程中系统索引无法迁移过去的，系统索引主要包含一下</a:t>
            </a:r>
            <a:r>
              <a:rPr lang="en-US" altLang="zh-CN" sz="1000" b="1" dirty="0" smtClean="0">
                <a:solidFill>
                  <a:schemeClr val="tx1"/>
                </a:solidFill>
                <a:latin typeface="+mn-ea"/>
              </a:rPr>
              <a:t>RestFul API </a:t>
            </a:r>
            <a:r>
              <a:rPr lang="zh-CN" altLang="en-US" sz="1000" b="1" dirty="0" smtClean="0">
                <a:solidFill>
                  <a:schemeClr val="tx1"/>
                </a:solidFill>
                <a:latin typeface="+mn-ea"/>
              </a:rPr>
              <a:t>等信息。数据索引迁移过去不影响正常</a:t>
            </a:r>
            <a:r>
              <a:rPr lang="zh-CN" altLang="en-US" sz="1000" b="1" dirty="0" smtClean="0">
                <a:solidFill>
                  <a:schemeClr val="tx1"/>
                </a:solidFill>
                <a:latin typeface="+mn-ea"/>
              </a:rPr>
              <a:t>使用</a:t>
            </a:r>
            <a:endParaRPr lang="zh-CN" altLang="en-US"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快照备份所有</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数据</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2"/>
          <a:stretch>
            <a:fillRect/>
          </a:stretch>
        </p:blipFill>
        <p:spPr>
          <a:xfrm>
            <a:off x="107315" y="1491615"/>
            <a:ext cx="3874135" cy="2289810"/>
          </a:xfrm>
          <a:prstGeom prst="rect">
            <a:avLst/>
          </a:prstGeom>
        </p:spPr>
      </p:pic>
      <p:pic>
        <p:nvPicPr>
          <p:cNvPr id="3" name="图片 2"/>
          <p:cNvPicPr>
            <a:picLocks noChangeAspect="1"/>
          </p:cNvPicPr>
          <p:nvPr/>
        </p:nvPicPr>
        <p:blipFill>
          <a:blip r:embed="rId3"/>
          <a:stretch>
            <a:fillRect/>
          </a:stretch>
        </p:blipFill>
        <p:spPr>
          <a:xfrm>
            <a:off x="179705" y="3795395"/>
            <a:ext cx="6148705" cy="119697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本</a:t>
            </a:r>
            <a:r>
              <a:rPr lang="zh-CN" altLang="en-US" sz="1000" b="1" dirty="0" smtClean="0">
                <a:solidFill>
                  <a:schemeClr val="tx1"/>
                </a:solidFill>
                <a:latin typeface="+mn-ea"/>
              </a:rPr>
              <a:t>案例</a:t>
            </a:r>
            <a:endParaRPr lang="zh-CN" altLang="en-US"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也可以在备份过程中只备份数据索引，并且恢复只不需要考虑系统</a:t>
            </a:r>
            <a:r>
              <a:rPr lang="zh-CN" altLang="en-US" sz="1000" b="1" dirty="0" smtClean="0">
                <a:solidFill>
                  <a:schemeClr val="tx1"/>
                </a:solidFill>
                <a:latin typeface="+mn-ea"/>
              </a:rPr>
              <a:t>索引。如果源端数据索引过多建议使用第一种方式</a:t>
            </a:r>
            <a:r>
              <a:rPr lang="en-US" altLang="zh-CN" sz="1000" b="1" dirty="0" smtClean="0">
                <a:solidFill>
                  <a:schemeClr val="tx1"/>
                </a:solidFill>
                <a:latin typeface="+mn-ea"/>
              </a:rPr>
              <a:t> </a:t>
            </a:r>
            <a:r>
              <a:rPr lang="zh-CN" altLang="en-US" sz="1000" b="1" dirty="0" smtClean="0">
                <a:solidFill>
                  <a:schemeClr val="tx1"/>
                </a:solidFill>
                <a:latin typeface="+mn-ea"/>
              </a:rPr>
              <a:t>备份所有索引，排除数据索引。</a:t>
            </a:r>
            <a:r>
              <a:rPr lang="en-US" altLang="zh-CN" sz="1000" b="1" dirty="0" smtClean="0">
                <a:solidFill>
                  <a:schemeClr val="tx1"/>
                </a:solidFill>
                <a:latin typeface="+mn-ea"/>
              </a:rPr>
              <a:t> </a:t>
            </a: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快照备份索引数据</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本案例）</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p:nvPicPr>
        <p:blipFill>
          <a:blip r:embed="rId2"/>
          <a:stretch>
            <a:fillRect/>
          </a:stretch>
        </p:blipFill>
        <p:spPr>
          <a:xfrm>
            <a:off x="179705" y="3795395"/>
            <a:ext cx="6148705" cy="1196975"/>
          </a:xfrm>
          <a:prstGeom prst="rect">
            <a:avLst/>
          </a:prstGeom>
        </p:spPr>
      </p:pic>
      <p:pic>
        <p:nvPicPr>
          <p:cNvPr id="5" name="图片 4"/>
          <p:cNvPicPr>
            <a:picLocks noChangeAspect="1"/>
          </p:cNvPicPr>
          <p:nvPr/>
        </p:nvPicPr>
        <p:blipFill>
          <a:blip r:embed="rId3"/>
          <a:stretch>
            <a:fillRect/>
          </a:stretch>
        </p:blipFill>
        <p:spPr>
          <a:xfrm>
            <a:off x="107315" y="1491615"/>
            <a:ext cx="3933190" cy="232029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通过源端</a:t>
            </a:r>
            <a:r>
              <a:rPr lang="en-US" altLang="zh-CN" sz="1000" b="1" dirty="0" smtClean="0">
                <a:solidFill>
                  <a:schemeClr val="tx1"/>
                </a:solidFill>
                <a:latin typeface="+mn-ea"/>
              </a:rPr>
              <a:t>AK/SK </a:t>
            </a:r>
            <a:r>
              <a:rPr lang="zh-CN" altLang="en-US" sz="1000" b="1" dirty="0" smtClean="0">
                <a:solidFill>
                  <a:schemeClr val="tx1"/>
                </a:solidFill>
                <a:latin typeface="+mn-ea"/>
              </a:rPr>
              <a:t>进行传输到目标端新开通的一台中转机中，最后在通过中转机将数据传给</a:t>
            </a:r>
            <a:r>
              <a:rPr lang="en-US" altLang="zh-CN" sz="1000" b="1" dirty="0" smtClean="0">
                <a:solidFill>
                  <a:schemeClr val="tx1"/>
                </a:solidFill>
                <a:latin typeface="+mn-ea"/>
              </a:rPr>
              <a:t>ES</a:t>
            </a:r>
            <a:r>
              <a:rPr lang="zh-CN" altLang="en-US" sz="1000" b="1" dirty="0" smtClean="0">
                <a:solidFill>
                  <a:schemeClr val="tx1"/>
                </a:solidFill>
                <a:latin typeface="+mn-ea"/>
              </a:rPr>
              <a:t>产品</a:t>
            </a:r>
            <a:r>
              <a:rPr lang="en-US" altLang="zh-CN" sz="1000" b="1" dirty="0" smtClean="0">
                <a:solidFill>
                  <a:schemeClr val="tx1"/>
                </a:solidFill>
                <a:latin typeface="+mn-ea"/>
              </a:rPr>
              <a:t>(</a:t>
            </a:r>
            <a:r>
              <a:rPr lang="zh-CN" altLang="en-US" sz="1000" b="1" dirty="0" smtClean="0">
                <a:solidFill>
                  <a:schemeClr val="tx1"/>
                </a:solidFill>
                <a:latin typeface="+mn-ea"/>
              </a:rPr>
              <a:t>下一张</a:t>
            </a:r>
            <a:r>
              <a:rPr lang="en-US" altLang="zh-CN" sz="1000" b="1" dirty="0" smtClean="0">
                <a:solidFill>
                  <a:schemeClr val="tx1"/>
                </a:solidFill>
                <a:latin typeface="+mn-ea"/>
              </a:rPr>
              <a:t> </a:t>
            </a:r>
            <a:r>
              <a:rPr lang="zh-CN" altLang="en-US" sz="1000" b="1" dirty="0" smtClean="0">
                <a:solidFill>
                  <a:schemeClr val="tx1"/>
                </a:solidFill>
                <a:latin typeface="+mn-ea"/>
              </a:rPr>
              <a:t>目标端</a:t>
            </a:r>
            <a:r>
              <a:rPr lang="en-US" altLang="zh-CN" sz="1000" b="1" dirty="0" smtClean="0">
                <a:solidFill>
                  <a:schemeClr val="tx1"/>
                </a:solidFill>
                <a:latin typeface="+mn-ea"/>
              </a:rPr>
              <a:t>ECS</a:t>
            </a:r>
            <a:r>
              <a:rPr lang="zh-CN" altLang="en-US" sz="1000" b="1" dirty="0" smtClean="0">
                <a:solidFill>
                  <a:schemeClr val="tx1"/>
                </a:solidFill>
                <a:latin typeface="+mn-ea"/>
              </a:rPr>
              <a:t>如何传输给</a:t>
            </a:r>
            <a:r>
              <a:rPr lang="en-US" altLang="zh-CN" sz="1000" b="1" dirty="0" smtClean="0">
                <a:solidFill>
                  <a:schemeClr val="tx1"/>
                </a:solidFill>
                <a:latin typeface="+mn-ea"/>
              </a:rPr>
              <a:t>ES</a:t>
            </a:r>
            <a:r>
              <a:rPr lang="zh-CN" altLang="en-US" sz="1000" b="1" dirty="0" smtClean="0">
                <a:solidFill>
                  <a:schemeClr val="tx1"/>
                </a:solidFill>
                <a:latin typeface="+mn-ea"/>
              </a:rPr>
              <a:t>产品？）</a:t>
            </a:r>
            <a:endParaRPr lang="en-US" altLang="zh-CN"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en-US" altLang="zh-CN" sz="1000" b="1" dirty="0" smtClean="0">
                <a:solidFill>
                  <a:schemeClr val="tx1"/>
                </a:solidFill>
                <a:latin typeface="+mn-ea"/>
              </a:rPr>
              <a:t>juicefs sync --no-https s3://AQSNVWEXAR6DL1Q5IC08:m93QjhqldlMqBq0is2RsAu5FjlNLhnE4ZxqKraUj@elasti-oss.obs.cn-north-4.myhuaweicloud.com/css_repository/css-cc27/ /data/backup/</a:t>
            </a: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查询</a:t>
            </a:r>
            <a:r>
              <a:rPr lang="en-US" altLang="zh-CN"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OBS</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快照并</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传输</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p:cNvPicPr>
            <a:picLocks noChangeAspect="1"/>
          </p:cNvPicPr>
          <p:nvPr/>
        </p:nvPicPr>
        <p:blipFill>
          <a:blip r:embed="rId2"/>
          <a:stretch>
            <a:fillRect/>
          </a:stretch>
        </p:blipFill>
        <p:spPr>
          <a:xfrm>
            <a:off x="107315" y="1563370"/>
            <a:ext cx="3637915" cy="2084705"/>
          </a:xfrm>
          <a:prstGeom prst="rect">
            <a:avLst/>
          </a:prstGeom>
        </p:spPr>
      </p:pic>
      <p:pic>
        <p:nvPicPr>
          <p:cNvPr id="6" name="图片 5"/>
          <p:cNvPicPr>
            <a:picLocks noChangeAspect="1"/>
          </p:cNvPicPr>
          <p:nvPr/>
        </p:nvPicPr>
        <p:blipFill>
          <a:blip r:embed="rId3"/>
          <a:stretch>
            <a:fillRect/>
          </a:stretch>
        </p:blipFill>
        <p:spPr>
          <a:xfrm>
            <a:off x="3780155" y="1563370"/>
            <a:ext cx="5233035" cy="317309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联系</a:t>
            </a:r>
            <a:r>
              <a:rPr lang="en-US" altLang="zh-CN" sz="1000" b="1" dirty="0" smtClean="0">
                <a:solidFill>
                  <a:schemeClr val="tx1"/>
                </a:solidFill>
                <a:latin typeface="+mn-ea"/>
              </a:rPr>
              <a:t>Elasticserch</a:t>
            </a:r>
            <a:r>
              <a:rPr lang="zh-CN" altLang="en-US" sz="1000" b="1" dirty="0" smtClean="0">
                <a:solidFill>
                  <a:schemeClr val="tx1"/>
                </a:solidFill>
                <a:latin typeface="+mn-ea"/>
              </a:rPr>
              <a:t>研发人员，放行一下该区域中对应</a:t>
            </a:r>
            <a:r>
              <a:rPr lang="en-US" altLang="zh-CN" sz="1000" b="1" dirty="0" smtClean="0">
                <a:solidFill>
                  <a:schemeClr val="tx1"/>
                </a:solidFill>
                <a:latin typeface="+mn-ea"/>
              </a:rPr>
              <a:t>ES</a:t>
            </a:r>
            <a:r>
              <a:rPr lang="zh-CN" altLang="en-US" sz="1000" b="1" dirty="0" smtClean="0">
                <a:solidFill>
                  <a:schemeClr val="tx1"/>
                </a:solidFill>
                <a:latin typeface="+mn-ea"/>
              </a:rPr>
              <a:t>产品的内网</a:t>
            </a:r>
            <a:r>
              <a:rPr lang="en-US" altLang="zh-CN" sz="1000" b="1" dirty="0" smtClean="0">
                <a:solidFill>
                  <a:schemeClr val="tx1"/>
                </a:solidFill>
                <a:latin typeface="+mn-ea"/>
              </a:rPr>
              <a:t>IP ssh(22)</a:t>
            </a:r>
            <a:r>
              <a:rPr lang="zh-CN" altLang="en-US" sz="1000" b="1" dirty="0" smtClean="0">
                <a:solidFill>
                  <a:schemeClr val="tx1"/>
                </a:solidFill>
                <a:latin typeface="+mn-ea"/>
              </a:rPr>
              <a:t>端口，然后通过目标端拥有源端</a:t>
            </a:r>
            <a:r>
              <a:rPr lang="en-US" altLang="zh-CN" sz="1000" b="1" dirty="0" smtClean="0">
                <a:solidFill>
                  <a:schemeClr val="tx1"/>
                </a:solidFill>
                <a:latin typeface="+mn-ea"/>
              </a:rPr>
              <a:t>ES</a:t>
            </a:r>
            <a:r>
              <a:rPr lang="zh-CN" altLang="en-US" sz="1000" b="1" dirty="0" smtClean="0">
                <a:solidFill>
                  <a:schemeClr val="tx1"/>
                </a:solidFill>
                <a:latin typeface="+mn-ea"/>
              </a:rPr>
              <a:t>快照进行</a:t>
            </a:r>
            <a:r>
              <a:rPr lang="en-US" altLang="zh-CN" sz="1000" b="1" dirty="0" smtClean="0">
                <a:solidFill>
                  <a:schemeClr val="tx1"/>
                </a:solidFill>
                <a:latin typeface="+mn-ea"/>
              </a:rPr>
              <a:t> </a:t>
            </a:r>
            <a:r>
              <a:rPr lang="zh-CN" altLang="en-US" sz="1000" b="1" dirty="0" smtClean="0">
                <a:solidFill>
                  <a:schemeClr val="tx1"/>
                </a:solidFill>
                <a:latin typeface="+mn-ea"/>
              </a:rPr>
              <a:t>内网传输给</a:t>
            </a:r>
            <a:r>
              <a:rPr lang="en-US" altLang="zh-CN" sz="1000" b="1" dirty="0" smtClean="0">
                <a:solidFill>
                  <a:schemeClr val="tx1"/>
                </a:solidFill>
                <a:latin typeface="+mn-ea"/>
              </a:rPr>
              <a:t>ES</a:t>
            </a:r>
            <a:r>
              <a:rPr lang="zh-CN" altLang="en-US" sz="1000" b="1" dirty="0" smtClean="0">
                <a:solidFill>
                  <a:schemeClr val="tx1"/>
                </a:solidFill>
                <a:latin typeface="+mn-ea"/>
              </a:rPr>
              <a:t>产品主机的</a:t>
            </a:r>
            <a:r>
              <a:rPr lang="en-US" altLang="zh-CN" sz="1000" b="1" dirty="0" smtClean="0">
                <a:solidFill>
                  <a:schemeClr val="tx1"/>
                </a:solidFill>
                <a:latin typeface="+mn-ea"/>
              </a:rPr>
              <a:t>/data/backup</a:t>
            </a:r>
            <a:r>
              <a:rPr lang="zh-CN" altLang="en-US" sz="1000" b="1" dirty="0" smtClean="0">
                <a:solidFill>
                  <a:schemeClr val="tx1"/>
                </a:solidFill>
                <a:latin typeface="+mn-ea"/>
              </a:rPr>
              <a:t>目录</a:t>
            </a:r>
            <a:r>
              <a:rPr lang="en-US" altLang="zh-CN" sz="1000" b="1" dirty="0" smtClean="0">
                <a:solidFill>
                  <a:schemeClr val="tx1"/>
                </a:solidFill>
                <a:latin typeface="+mn-ea"/>
              </a:rPr>
              <a:t>(</a:t>
            </a:r>
            <a:r>
              <a:rPr lang="zh-CN" altLang="en-US" sz="1000" b="1" dirty="0" smtClean="0">
                <a:solidFill>
                  <a:schemeClr val="tx1"/>
                </a:solidFill>
                <a:latin typeface="+mn-ea"/>
              </a:rPr>
              <a:t>提前</a:t>
            </a:r>
            <a:r>
              <a:rPr lang="zh-CN" altLang="en-US" sz="1000" b="1" dirty="0" smtClean="0">
                <a:solidFill>
                  <a:schemeClr val="tx1"/>
                </a:solidFill>
                <a:latin typeface="+mn-ea"/>
              </a:rPr>
              <a:t>创建）</a:t>
            </a:r>
            <a:endParaRPr lang="zh-CN" altLang="en-US" sz="1000" b="1" dirty="0" smtClean="0">
              <a:solidFill>
                <a:schemeClr val="tx1"/>
              </a:solidFill>
              <a:latin typeface="+mn-ea"/>
            </a:endParaRPr>
          </a:p>
          <a:p>
            <a:pPr indent="0">
              <a:lnSpc>
                <a:spcPct val="150000"/>
              </a:lnSpc>
              <a:buClr>
                <a:srgbClr val="FF0000"/>
              </a:buClr>
              <a:buFont typeface="Wingdings" panose="05000000000000000000" pitchFamily="2" charset="2"/>
              <a:buNone/>
            </a:pPr>
            <a:endParaRPr lang="zh-CN" altLang="en-US"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创建备份创库</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curl -u elastic:Lzh123com -XPUT "http://localhost:9200/_snapshot/my_backup" -H 'Content-Type: application/json' -d '</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"type": "fs",</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"settings": {</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"location": "/data/backup"</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  }</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zh-CN" altLang="en-US" sz="1000" b="1" dirty="0" smtClean="0">
                <a:solidFill>
                  <a:schemeClr val="tx1"/>
                </a:solidFill>
                <a:latin typeface="+mn-ea"/>
              </a:rPr>
              <a:t>}'</a:t>
            </a:r>
            <a:endParaRPr lang="zh-CN" altLang="en-US" sz="1000" b="1" dirty="0" smtClean="0">
              <a:solidFill>
                <a:schemeClr val="tx1"/>
              </a:solidFill>
              <a:latin typeface="+mn-ea"/>
            </a:endParaRPr>
          </a:p>
          <a:p>
            <a:pPr indent="457200">
              <a:lnSpc>
                <a:spcPct val="150000"/>
              </a:lnSpc>
              <a:buClr>
                <a:srgbClr val="FF0000"/>
              </a:buClr>
              <a:buFont typeface="Wingdings" panose="05000000000000000000" pitchFamily="2" charset="2"/>
              <a:buNone/>
            </a:pPr>
            <a:r>
              <a:rPr lang="en-US" altLang="zh-CN" sz="1000" b="1" dirty="0" smtClean="0">
                <a:solidFill>
                  <a:schemeClr val="tx1"/>
                </a:solidFill>
                <a:latin typeface="+mn-ea"/>
              </a:rPr>
              <a:t>//</a:t>
            </a:r>
            <a:r>
              <a:rPr lang="zh-CN" altLang="en-US" sz="1000" b="1" dirty="0" smtClean="0">
                <a:solidFill>
                  <a:schemeClr val="tx1"/>
                </a:solidFill>
                <a:latin typeface="+mn-ea"/>
              </a:rPr>
              <a:t>使用 curl 工具向 Elasticsearch 发出请求的示例。它用于在 Elasticsearch 中创建一个名为 my_backup 的快照仓库，配置类型为文件系统（fs），并指定备份存储位置为 /data/backup。</a:t>
            </a:r>
            <a:endParaRPr lang="zh-CN" altLang="en-US"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联通云 </a:t>
            </a:r>
            <a:r>
              <a:rPr 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ES</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产品</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目录和文件解释</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index-0:</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这个文件存储了有关快照索引的信息。在恢复快照时，Elasticsearch 使用这个文件来查找相关的快照元数据。</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index.latest:</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这个文件通常是一个符号链接，指向最新的快照索引文件。在这里，</a:t>
            </a:r>
            <a:r>
              <a:rPr lang="zh-CN" altLang="en-US" sz="900" b="1" dirty="0" smtClean="0">
                <a:solidFill>
                  <a:schemeClr val="tx1"/>
                </a:solidFill>
                <a:latin typeface="+mn-ea"/>
              </a:rPr>
              <a:t>这里指向 index-0 的链接。</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indices:</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这个目录包含了所有被备份的索引数据。每个索引可能包含一个或多个段文件，这些文件包含了索引的实际数据。</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meta-Kj-8cGbHS3CdzfnA6mRw.dat:</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这个文件包含了特定快照的元数据。元数据文件保存了快照的各种信息，比如包含哪些索引、每个索引的设置和映射等。</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snap-Kj-8cGbHS3CdzfnA6mRw.dat:</a:t>
            </a:r>
            <a:endParaRPr lang="zh-CN" altLang="en-US" sz="900" b="1" dirty="0" smtClean="0">
              <a:solidFill>
                <a:schemeClr val="tx1"/>
              </a:solidFill>
              <a:latin typeface="+mn-ea"/>
            </a:endParaRPr>
          </a:p>
          <a:p>
            <a:pPr indent="0">
              <a:lnSpc>
                <a:spcPct val="150000"/>
              </a:lnSpc>
              <a:buClr>
                <a:srgbClr val="FF0000"/>
              </a:buClr>
              <a:buFont typeface="Wingdings" panose="05000000000000000000" pitchFamily="2" charset="2"/>
              <a:buNone/>
            </a:pPr>
            <a:r>
              <a:rPr lang="zh-CN" altLang="en-US" sz="900" b="1" dirty="0" smtClean="0">
                <a:solidFill>
                  <a:schemeClr val="tx1"/>
                </a:solidFill>
                <a:latin typeface="+mn-ea"/>
              </a:rPr>
              <a:t>这个文件包含了快照的实际数据。</a:t>
            </a:r>
            <a:endParaRPr lang="zh-CN" altLang="en-US" sz="9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ES</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产品查看快照</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名称</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 name="图片 1"/>
          <p:cNvPicPr>
            <a:picLocks noChangeAspect="1"/>
          </p:cNvPicPr>
          <p:nvPr/>
        </p:nvPicPr>
        <p:blipFill>
          <a:blip r:embed="rId2"/>
          <a:stretch>
            <a:fillRect/>
          </a:stretch>
        </p:blipFill>
        <p:spPr>
          <a:xfrm>
            <a:off x="251460" y="3219450"/>
            <a:ext cx="5495925" cy="180467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目标端</a:t>
            </a:r>
            <a:r>
              <a:rPr lang="en-US" altLang="zh-CN" sz="1000" b="1" dirty="0" smtClean="0">
                <a:solidFill>
                  <a:schemeClr val="tx1"/>
                </a:solidFill>
                <a:latin typeface="+mn-ea"/>
              </a:rPr>
              <a:t>ES</a:t>
            </a:r>
            <a:r>
              <a:rPr lang="zh-CN" altLang="en-US" sz="1000" b="1" dirty="0" smtClean="0">
                <a:solidFill>
                  <a:schemeClr val="tx1"/>
                </a:solidFill>
                <a:latin typeface="+mn-ea"/>
              </a:rPr>
              <a:t>数据</a:t>
            </a:r>
            <a:r>
              <a:rPr lang="zh-CN" altLang="en-US" sz="1000" b="1" dirty="0" smtClean="0">
                <a:solidFill>
                  <a:schemeClr val="tx1"/>
                </a:solidFill>
                <a:latin typeface="+mn-ea"/>
              </a:rPr>
              <a:t>恢复</a:t>
            </a:r>
            <a:endParaRPr lang="zh-CN" altLang="en-US"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en-US" altLang="zh-CN" sz="1000" b="1" dirty="0" smtClean="0">
                <a:solidFill>
                  <a:schemeClr val="tx1"/>
                </a:solidFill>
                <a:latin typeface="+mn-ea"/>
              </a:rPr>
              <a:t>  curl -XPOST "http://localhost:19200/_snapshot/my_backup/snapshot-a186/_restore"</a:t>
            </a:r>
            <a:endParaRPr lang="en-US" altLang="zh-CN"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en-US" altLang="zh-CN" sz="1000" b="1" dirty="0" smtClean="0">
                <a:solidFill>
                  <a:schemeClr val="tx1"/>
                </a:solidFill>
                <a:latin typeface="+mn-ea"/>
              </a:rPr>
              <a:t>{"accepted":true}[root@es backup]#</a:t>
            </a:r>
            <a:endParaRPr lang="en-US" altLang="zh-CN"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en-US" altLang="zh-CN" sz="1000" b="1" dirty="0" smtClean="0">
                <a:solidFill>
                  <a:schemeClr val="tx1"/>
                </a:solidFill>
                <a:latin typeface="+mn-ea"/>
              </a:rPr>
              <a:t>//命令用于向 Elasticsearch 的一个 API 端点发送 POST 请求，以恢复特定的快照</a:t>
            </a: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ES </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数据</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恢复</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p:nvPicPr>
        <p:blipFill>
          <a:blip r:embed="rId2"/>
          <a:stretch>
            <a:fillRect/>
          </a:stretch>
        </p:blipFill>
        <p:spPr>
          <a:xfrm>
            <a:off x="179705" y="2715260"/>
            <a:ext cx="8519795" cy="57277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目标端</a:t>
            </a:r>
            <a:r>
              <a:rPr lang="en-US" altLang="zh-CN" sz="1000" b="1" dirty="0" smtClean="0">
                <a:solidFill>
                  <a:schemeClr val="tx1"/>
                </a:solidFill>
                <a:latin typeface="+mn-ea"/>
              </a:rPr>
              <a:t>ES</a:t>
            </a:r>
            <a:r>
              <a:rPr lang="zh-CN" altLang="en-US" sz="1000" b="1" dirty="0" smtClean="0">
                <a:solidFill>
                  <a:schemeClr val="tx1"/>
                </a:solidFill>
                <a:latin typeface="+mn-ea"/>
              </a:rPr>
              <a:t>数据</a:t>
            </a:r>
            <a:r>
              <a:rPr lang="zh-CN" altLang="en-US" sz="1000" b="1" dirty="0" smtClean="0">
                <a:solidFill>
                  <a:schemeClr val="tx1"/>
                </a:solidFill>
                <a:latin typeface="+mn-ea"/>
              </a:rPr>
              <a:t>验证</a:t>
            </a:r>
            <a:endParaRPr lang="zh-CN" altLang="en-US"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en-US" altLang="zh-CN" sz="1000" b="1" dirty="0" smtClean="0">
                <a:solidFill>
                  <a:schemeClr val="tx1"/>
                </a:solidFill>
                <a:latin typeface="+mn-ea"/>
              </a:rPr>
              <a:t>curl -XGET "http://localhost:19200/_snapshot/my_backup/snapshot-a186/_status"</a:t>
            </a:r>
            <a:endParaRPr lang="en-US" altLang="zh-CN" sz="1000" b="1" dirty="0" smtClean="0">
              <a:solidFill>
                <a:schemeClr val="tx1"/>
              </a:solidFill>
              <a:latin typeface="+mn-ea"/>
            </a:endParaRPr>
          </a:p>
          <a:p>
            <a:pPr indent="0">
              <a:lnSpc>
                <a:spcPct val="150000"/>
              </a:lnSpc>
              <a:buClr>
                <a:srgbClr val="FF0000"/>
              </a:buClr>
              <a:buFont typeface="Wingdings" panose="05000000000000000000" pitchFamily="2" charset="2"/>
              <a:buNone/>
            </a:pPr>
            <a:r>
              <a:rPr lang="en-US" altLang="zh-CN" sz="1000" b="1" dirty="0" smtClean="0">
                <a:solidFill>
                  <a:schemeClr val="tx1"/>
                </a:solidFill>
                <a:latin typeface="+mn-ea"/>
              </a:rPr>
              <a:t>//命令用于向 Elasticsearch 的一个 API 端点发送 GET 请求，以检查特定快照的状态</a:t>
            </a: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ES </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数据</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验证</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p:nvPicPr>
        <p:blipFill>
          <a:blip r:embed="rId2"/>
          <a:stretch>
            <a:fillRect/>
          </a:stretch>
        </p:blipFill>
        <p:spPr>
          <a:xfrm>
            <a:off x="179705" y="1779905"/>
            <a:ext cx="7105650" cy="47625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843915"/>
            <a:ext cx="8959215" cy="4220210"/>
          </a:xfrm>
          <a:prstGeom prst="rect">
            <a:avLst/>
          </a:prstGeom>
          <a:noFill/>
          <a:ln w="19050">
            <a:solidFill>
              <a:schemeClr val="bg1">
                <a:lumMod val="75000"/>
              </a:schemeClr>
            </a:solidFill>
          </a:ln>
        </p:spPr>
        <p:txBody>
          <a:bodyPr wrap="square" rtlCol="0" anchor="t">
            <a:noAutofit/>
          </a:bodyPr>
          <a:p>
            <a:pPr indent="0">
              <a:lnSpc>
                <a:spcPct val="150000"/>
              </a:lnSpc>
              <a:buClr>
                <a:srgbClr val="FF0000"/>
              </a:buClr>
              <a:buFont typeface="Wingdings" panose="05000000000000000000" pitchFamily="2" charset="2"/>
              <a:buNone/>
            </a:pPr>
            <a:r>
              <a:rPr lang="zh-CN" altLang="en-US" sz="1000" b="1" dirty="0" smtClean="0">
                <a:solidFill>
                  <a:schemeClr val="tx1"/>
                </a:solidFill>
                <a:latin typeface="+mn-ea"/>
              </a:rPr>
              <a:t>目标端</a:t>
            </a:r>
            <a:r>
              <a:rPr lang="en-US" altLang="zh-CN" sz="1000" b="1" dirty="0" smtClean="0">
                <a:solidFill>
                  <a:schemeClr val="tx1"/>
                </a:solidFill>
                <a:latin typeface="+mn-ea"/>
              </a:rPr>
              <a:t>ES</a:t>
            </a:r>
            <a:r>
              <a:rPr lang="zh-CN" altLang="en-US" sz="1000" b="1" dirty="0" smtClean="0">
                <a:solidFill>
                  <a:schemeClr val="tx1"/>
                </a:solidFill>
                <a:latin typeface="+mn-ea"/>
              </a:rPr>
              <a:t>数据</a:t>
            </a:r>
            <a:r>
              <a:rPr lang="zh-CN" altLang="en-US" sz="1000" b="1" dirty="0" smtClean="0">
                <a:solidFill>
                  <a:schemeClr val="tx1"/>
                </a:solidFill>
                <a:latin typeface="+mn-ea"/>
              </a:rPr>
              <a:t>验证</a:t>
            </a:r>
            <a:endParaRPr lang="zh-CN" altLang="en-US" sz="1000" b="1" dirty="0" smtClean="0">
              <a:solidFill>
                <a:schemeClr val="tx1"/>
              </a:solidFill>
              <a:latin typeface="+mn-ea"/>
            </a:endParaRPr>
          </a:p>
          <a:p>
            <a:pPr indent="0">
              <a:lnSpc>
                <a:spcPct val="150000"/>
              </a:lnSpc>
              <a:buClr>
                <a:srgbClr val="FF0000"/>
              </a:buClr>
              <a:buFont typeface="Wingdings" panose="05000000000000000000" pitchFamily="2" charset="2"/>
              <a:buNone/>
            </a:pPr>
            <a:endParaRPr lang="en-US" altLang="zh-CN" sz="1000" b="1" dirty="0" smtClean="0">
              <a:solidFill>
                <a:schemeClr val="tx1"/>
              </a:solidFill>
              <a:latin typeface="+mn-ea"/>
            </a:endParaRPr>
          </a:p>
          <a:p>
            <a:pPr indent="0">
              <a:lnSpc>
                <a:spcPct val="150000"/>
              </a:lnSpc>
              <a:buClr>
                <a:srgbClr val="FF0000"/>
              </a:buClr>
              <a:buFont typeface="Wingdings" panose="05000000000000000000" pitchFamily="2" charset="2"/>
              <a:buNone/>
            </a:pPr>
            <a:endParaRPr lang="en-US" altLang="zh-CN" sz="1000" b="1" dirty="0" smtClean="0">
              <a:solidFill>
                <a:schemeClr val="tx1"/>
              </a:solidFill>
              <a:latin typeface="+mn-ea"/>
            </a:endParaRPr>
          </a:p>
        </p:txBody>
      </p:sp>
      <p:sp>
        <p:nvSpPr>
          <p:cNvPr id="12" name="Rectangle 6"/>
          <p:cNvSpPr>
            <a:spLocks noChangeArrowheads="1"/>
          </p:cNvSpPr>
          <p:nvPr>
            <p:custDataLst>
              <p:tags r:id="rId1"/>
            </p:custDataLst>
          </p:nvPr>
        </p:nvSpPr>
        <p:spPr bwMode="auto">
          <a:xfrm>
            <a:off x="107315" y="267970"/>
            <a:ext cx="2588260" cy="328295"/>
          </a:xfrm>
          <a:prstGeom prst="rect">
            <a:avLst/>
          </a:prstGeom>
          <a:solidFill>
            <a:srgbClr val="C00000"/>
          </a:solidFill>
          <a:ln w="28575" algn="ctr">
            <a:solidFill>
              <a:srgbClr val="C00000"/>
            </a:solidFill>
            <a:miter lim="800000"/>
          </a:ln>
          <a:effectLst/>
        </p:spPr>
        <p:txBody>
          <a:bodyPr wrap="none" lIns="68568" tIns="34284" rIns="68568" bIns="34284" anchor="ctr">
            <a:noAutofit/>
          </a:bodyPr>
          <a:p>
            <a:pPr marL="257175" indent="-257175" algn="ctr" defTabSz="685165">
              <a:lnSpc>
                <a:spcPct val="80000"/>
              </a:lnSpc>
              <a:spcBef>
                <a:spcPct val="20000"/>
              </a:spcBef>
            </a:pPr>
            <a:r>
              <a:rPr 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ES head</a:t>
            </a:r>
            <a:r>
              <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查看</a:t>
            </a:r>
            <a:endParaRPr lang="zh-CN" altLang="en-US" sz="1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p:nvPicPr>
        <p:blipFill>
          <a:blip r:embed="rId2"/>
          <a:stretch>
            <a:fillRect/>
          </a:stretch>
        </p:blipFill>
        <p:spPr>
          <a:xfrm>
            <a:off x="179705" y="1203325"/>
            <a:ext cx="4149090" cy="2029460"/>
          </a:xfrm>
          <a:prstGeom prst="rect">
            <a:avLst/>
          </a:prstGeom>
        </p:spPr>
      </p:pic>
      <p:pic>
        <p:nvPicPr>
          <p:cNvPr id="5" name="图片 4"/>
          <p:cNvPicPr>
            <a:picLocks noChangeAspect="1"/>
          </p:cNvPicPr>
          <p:nvPr/>
        </p:nvPicPr>
        <p:blipFill>
          <a:blip r:embed="rId3"/>
          <a:stretch>
            <a:fillRect/>
          </a:stretch>
        </p:blipFill>
        <p:spPr>
          <a:xfrm>
            <a:off x="4500245" y="1203325"/>
            <a:ext cx="4453890" cy="322961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ctrTitle"/>
          </p:nvPr>
        </p:nvSpPr>
        <p:spPr>
          <a:xfrm>
            <a:off x="359921" y="1563640"/>
            <a:ext cx="8424159" cy="1800200"/>
          </a:xfrm>
        </p:spPr>
        <p:txBody>
          <a:bodyPr/>
          <a:lstStyle/>
          <a:p>
            <a:r>
              <a:rPr lang="zh-CN" altLang="en-US" sz="5400" dirty="0">
                <a:latin typeface="Arial" panose="020B0604020202020204"/>
                <a:ea typeface="微软雅黑" panose="020B0503020204020204" pitchFamily="34" charset="-122"/>
                <a:sym typeface="Arial" panose="020B0604020202020204"/>
              </a:rPr>
              <a:t>谢  谢！</a:t>
            </a:r>
            <a:endParaRPr lang="zh-CN" altLang="en-US" sz="5400" dirty="0">
              <a:latin typeface="Arial" panose="020B0604020202020204"/>
              <a:ea typeface="微软雅黑" panose="020B0503020204020204" pitchFamily="34" charset="-122"/>
              <a:sym typeface="Arial" panose="020B0604020202020204"/>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pOEwArHWsJUW_kUHlKDuqCQ"/>
</p:tagLst>
</file>

<file path=ppt/tags/tag3.xml><?xml version="1.0" encoding="utf-8"?>
<p:tagLst xmlns:p="http://schemas.openxmlformats.org/presentationml/2006/main">
  <p:tag name="THINKCELLSHAPEDONOTDELETE" val="pJoejofjIHUmmd0xfGNLujA"/>
</p:tagLst>
</file>

<file path=ppt/tags/tag4.xml><?xml version="1.0" encoding="utf-8"?>
<p:tagLst xmlns:p="http://schemas.openxmlformats.org/presentationml/2006/main">
  <p:tag name="THINKCELLSHAPEDONOTDELETE" val="pwNenbC9aV0yU5I0AhnVfQw"/>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pFw224sI8g06Npx9xQdhanw"/>
</p:tagLst>
</file>

<file path=ppt/tags/tag7.xml><?xml version="1.0" encoding="utf-8"?>
<p:tagLst xmlns:p="http://schemas.openxmlformats.org/presentationml/2006/main">
  <p:tag name="THINKCELLSHAPEDONOTDELETE" val="pcQGDHwGpC0e9tR3KGP7Lnw"/>
</p:tagLst>
</file>

<file path=ppt/tags/tag8.xml><?xml version="1.0" encoding="utf-8"?>
<p:tagLst xmlns:p="http://schemas.openxmlformats.org/presentationml/2006/main">
  <p:tag name="THINKCELLSHAPEDONOTDELETE" val="puV5PCVB9GkmeTreBhEvFjg"/>
</p:tagLst>
</file>

<file path=ppt/tags/tag9.xml><?xml version="1.0" encoding="utf-8"?>
<p:tagLst xmlns:p="http://schemas.openxmlformats.org/presentationml/2006/main">
  <p:tag name="CHRISFANGPPTTOOLSMARK" val="征求意见稿"/>
  <p:tag name="KSO_WM_TEMPLATE_TOPIC_ID" val="2869567"/>
  <p:tag name="KSO_WM_TEMPLATE_OUTLINE_ID" val="15"/>
  <p:tag name="KSO_WM_TEMPLATE_SCENE_ID" val="1"/>
  <p:tag name="KSO_WM_TEMPLATE_JOB_ID" val="2"/>
  <p:tag name="KSO_WM_TEMPLATE_TOPIC_DEFAULT" val="1"/>
</p:tagLst>
</file>

<file path=ppt/tags/tag10.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1.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2.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3.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18.xml><?xml version="1.0" encoding="utf-8"?>
<p:tagLst xmlns:p="http://schemas.openxmlformats.org/presentationml/2006/main">
  <p:tag name="KSO_WM_DIAGRAM_VIRTUALLY_FRAME" val="{&quot;height&quot;:150.1,&quot;left&quot;:0,&quot;top&quot;:65.7,&quot;width&quot;:720.95}"/>
</p:tagLst>
</file>

<file path=ppt/tags/tag19.xml><?xml version="1.0" encoding="utf-8"?>
<p:tagLst xmlns:p="http://schemas.openxmlformats.org/presentationml/2006/main">
  <p:tag name="KSO_WM_DIAGRAM_VIRTUALLY_FRAME" val="{&quot;height&quot;:150.1,&quot;left&quot;:0,&quot;top&quot;:65.7,&quot;width&quot;:720.95}"/>
</p:tagLst>
</file>

<file path=ppt/tags/tag20.xml><?xml version="1.0" encoding="utf-8"?>
<p:tagLst xmlns:p="http://schemas.openxmlformats.org/presentationml/2006/main">
  <p:tag name="KSO_WM_DIAGRAM_VIRTUALLY_FRAME" val="{&quot;height&quot;:150.1,&quot;left&quot;:0,&quot;top&quot;:65.7,&quot;width&quot;:720.95}"/>
</p:tagLst>
</file>

<file path=ppt/tags/tag21.xml><?xml version="1.0" encoding="utf-8"?>
<p:tagLst xmlns:p="http://schemas.openxmlformats.org/presentationml/2006/main">
  <p:tag name="KSO_WM_DIAGRAM_VIRTUALLY_FRAME" val="{&quot;height&quot;:150.1,&quot;left&quot;:0,&quot;top&quot;:65.7,&quot;width&quot;:720.95}"/>
</p:tagLst>
</file>

<file path=ppt/tags/tag22.xml><?xml version="1.0" encoding="utf-8"?>
<p:tagLst xmlns:p="http://schemas.openxmlformats.org/presentationml/2006/main">
  <p:tag name="KSO_WM_DIAGRAM_VIRTUALLY_FRAME" val="{&quot;height&quot;:150.1,&quot;left&quot;:0,&quot;top&quot;:65.7,&quot;width&quot;:720.95}"/>
</p:tagLst>
</file>

<file path=ppt/tags/tag23.xml><?xml version="1.0" encoding="utf-8"?>
<p:tagLst xmlns:p="http://schemas.openxmlformats.org/presentationml/2006/main">
  <p:tag name="KSO_WM_DIAGRAM_VIRTUALLY_FRAME" val="{&quot;height&quot;:150.1,&quot;left&quot;:0,&quot;top&quot;:65.7,&quot;width&quot;:720.95}"/>
</p:tagLst>
</file>

<file path=ppt/tags/tag2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8.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29.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0.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1.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2.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3.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8.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39.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0.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1.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2.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3.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8.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49.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0.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1.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2.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3.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4.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5.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6.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7.xml><?xml version="1.0" encoding="utf-8"?>
<p:tagLst xmlns:p="http://schemas.openxmlformats.org/presentationml/2006/main">
  <p:tag name="KSO_WM_DIAGRAM_VIRTUALLY_FRAME" val="{&quot;height&quot;:247.58496062992126,&quot;left&quot;:24.71267716535433,&quot;top&quot;:142.92110236220472,&quot;width&quot;:671.9274015748032}"/>
</p:tagLst>
</file>

<file path=ppt/tags/tag58.xml><?xml version="1.0" encoding="utf-8"?>
<p:tagLst xmlns:p="http://schemas.openxmlformats.org/presentationml/2006/main">
  <p:tag name="CHRISFANGPPTTOOLSMARK" val="征求意见稿"/>
</p:tagLst>
</file>

<file path=ppt/tags/tag59.xml><?xml version="1.0" encoding="utf-8"?>
<p:tagLst xmlns:p="http://schemas.openxmlformats.org/presentationml/2006/main">
  <p:tag name="commondata" val="eyJoZGlkIjoiYTE4OTJmZTQ1MjQ2MDgwNGRlYWY0NmY2ZDkyMTA2OGMifQ=="/>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联通规划">
  <a:themeElements>
    <a:clrScheme name="(C) Nordri™ Corporation. 1">
      <a:dk1>
        <a:srgbClr val="000000"/>
      </a:dk1>
      <a:lt1>
        <a:srgbClr val="FFFFFF"/>
      </a:lt1>
      <a:dk2>
        <a:srgbClr val="FFFFFF"/>
      </a:dk2>
      <a:lt2>
        <a:srgbClr val="A0A0A0"/>
      </a:lt2>
      <a:accent1>
        <a:srgbClr val="CC0000"/>
      </a:accent1>
      <a:accent2>
        <a:srgbClr val="E08E79"/>
      </a:accent2>
      <a:accent3>
        <a:srgbClr val="FFFFFF"/>
      </a:accent3>
      <a:accent4>
        <a:srgbClr val="000000"/>
      </a:accent4>
      <a:accent5>
        <a:srgbClr val="E2AAAA"/>
      </a:accent5>
      <a:accent6>
        <a:srgbClr val="CB806D"/>
      </a:accent6>
      <a:hlink>
        <a:srgbClr val="0F4B96"/>
      </a:hlink>
      <a:folHlink>
        <a:srgbClr val="FABE00"/>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5">
            <a:lumMod val="75000"/>
          </a:schemeClr>
        </a:solidFill>
        <a:ln w="9525" cap="flat" cmpd="sng" algn="ctr">
          <a:noFill/>
          <a:prstDash val="solid"/>
          <a:round/>
          <a:headEnd type="none" w="med" len="med"/>
          <a:tailEnd type="none" w="med" len="med"/>
        </a:ln>
      </a:spPr>
      <a:bodyPr wrap="none" rtlCol="0" anchor="ctr">
        <a:normAutofit/>
      </a:bodyPr>
      <a:lstStyle>
        <a:defPPr algn="ctr" fontAlgn="base">
          <a:spcBef>
            <a:spcPct val="0"/>
          </a:spcBef>
          <a:spcAft>
            <a:spcPct val="0"/>
          </a:spcAft>
          <a:defRPr sz="1500" dirty="0" smtClean="0">
            <a:solidFill>
              <a:srgbClr val="FFFFFF"/>
            </a:solidFill>
            <a:latin typeface="微软雅黑" panose="020B0503020204020204" pitchFamily="34" charset="-122"/>
            <a:ea typeface="微软雅黑" panose="020B0503020204020204" pitchFamily="34" charset="-122"/>
          </a:defRPr>
        </a:defPPr>
      </a:lstStyle>
    </a:spDef>
    <a:txDef>
      <a:spPr>
        <a:noFill/>
        <a:ln w="19050">
          <a:solidFill>
            <a:schemeClr val="bg1">
              <a:lumMod val="75000"/>
            </a:schemeClr>
          </a:solidFill>
        </a:ln>
      </a:spPr>
      <a:bodyPr wrap="square" rtlCol="0">
        <a:spAutoFit/>
      </a:bodyPr>
      <a:lstStyle>
        <a:defPPr marL="342900" indent="-342900">
          <a:lnSpc>
            <a:spcPct val="150000"/>
          </a:lnSpc>
          <a:buClr>
            <a:srgbClr val="FF0000"/>
          </a:buClr>
          <a:buFont typeface="Wingdings" panose="05000000000000000000" pitchFamily="2" charset="2"/>
          <a:buChar char="n"/>
          <a:defRPr sz="1400" b="1" dirty="0" smtClean="0">
            <a:latin typeface="+mn-ea"/>
          </a:defRPr>
        </a:defPPr>
      </a:lstStyle>
    </a:txDef>
  </a:objectDefaults>
  <a:extraClrSchemeLst>
    <a:extraClrScheme>
      <a:clrScheme name="(C) Nordri™ Corporation. 1">
        <a:dk1>
          <a:srgbClr val="000000"/>
        </a:dk1>
        <a:lt1>
          <a:srgbClr val="FFFFFF"/>
        </a:lt1>
        <a:dk2>
          <a:srgbClr val="FFFFFF"/>
        </a:dk2>
        <a:lt2>
          <a:srgbClr val="A0A0A0"/>
        </a:lt2>
        <a:accent1>
          <a:srgbClr val="CC0000"/>
        </a:accent1>
        <a:accent2>
          <a:srgbClr val="E08E79"/>
        </a:accent2>
        <a:accent3>
          <a:srgbClr val="FFFFFF"/>
        </a:accent3>
        <a:accent4>
          <a:srgbClr val="000000"/>
        </a:accent4>
        <a:accent5>
          <a:srgbClr val="E2AAAA"/>
        </a:accent5>
        <a:accent6>
          <a:srgbClr val="CB806D"/>
        </a:accent6>
        <a:hlink>
          <a:srgbClr val="0F4B96"/>
        </a:hlink>
        <a:folHlink>
          <a:srgbClr val="FAB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75000"/>
              <a:lumOff val="25000"/>
            </a:schemeClr>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sz="1600" b="1"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6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sz="1600" b="1"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16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UnicomWide">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主题2">
  <a:themeElements>
    <a:clrScheme name="红黄蓝">
      <a:dk1>
        <a:sysClr val="windowText" lastClr="000000"/>
      </a:dk1>
      <a:lt1>
        <a:sysClr val="window" lastClr="FFFFFF"/>
      </a:lt1>
      <a:dk2>
        <a:srgbClr val="323232"/>
      </a:dk2>
      <a:lt2>
        <a:srgbClr val="E5C243"/>
      </a:lt2>
      <a:accent1>
        <a:srgbClr val="C00000"/>
      </a:accent1>
      <a:accent2>
        <a:srgbClr val="FFC000"/>
      </a:accent2>
      <a:accent3>
        <a:srgbClr val="00B0F0"/>
      </a:accent3>
      <a:accent4>
        <a:srgbClr val="C5E799"/>
      </a:accent4>
      <a:accent5>
        <a:srgbClr val="7F5F52"/>
      </a:accent5>
      <a:accent6>
        <a:srgbClr val="92D050"/>
      </a:accent6>
      <a:hlink>
        <a:srgbClr val="00B0F0"/>
      </a:hlink>
      <a:folHlink>
        <a:srgbClr val="C00000"/>
      </a:folHlink>
    </a:clrScheme>
    <a:fontScheme name="雅黑">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10020</Words>
  <Application>WPS 演示</Application>
  <PresentationFormat>全屏显示(16:9)</PresentationFormat>
  <Paragraphs>582</Paragraphs>
  <Slides>38</Slides>
  <Notes>6</Notes>
  <HiddenSlides>0</HiddenSlides>
  <MMClips>0</MMClips>
  <ScaleCrop>false</ScaleCrop>
  <HeadingPairs>
    <vt:vector size="8" baseType="variant">
      <vt:variant>
        <vt:lpstr>已用的字体</vt:lpstr>
      </vt:variant>
      <vt:variant>
        <vt:i4>18</vt:i4>
      </vt:variant>
      <vt:variant>
        <vt:lpstr>主题</vt:lpstr>
      </vt:variant>
      <vt:variant>
        <vt:i4>12</vt:i4>
      </vt:variant>
      <vt:variant>
        <vt:lpstr>嵌入 OLE 服务器</vt:lpstr>
      </vt:variant>
      <vt:variant>
        <vt:i4>0</vt:i4>
      </vt:variant>
      <vt:variant>
        <vt:lpstr>幻灯片标题</vt:lpstr>
      </vt:variant>
      <vt:variant>
        <vt:i4>38</vt:i4>
      </vt:variant>
    </vt:vector>
  </HeadingPairs>
  <TitlesOfParts>
    <vt:vector size="68" baseType="lpstr">
      <vt:lpstr>Arial</vt:lpstr>
      <vt:lpstr>宋体</vt:lpstr>
      <vt:lpstr>Wingdings</vt:lpstr>
      <vt:lpstr>微软雅黑</vt:lpstr>
      <vt:lpstr>Arial</vt:lpstr>
      <vt:lpstr>黑体</vt:lpstr>
      <vt:lpstr>华文细黑</vt:lpstr>
      <vt:lpstr>楷体_GB2312</vt:lpstr>
      <vt:lpstr>新宋体</vt:lpstr>
      <vt:lpstr>Calibri</vt:lpstr>
      <vt:lpstr>Calibri</vt:lpstr>
      <vt:lpstr>Heiti SC Light</vt:lpstr>
      <vt:lpstr>Times</vt:lpstr>
      <vt:lpstr>Arial Unicode MS</vt:lpstr>
      <vt:lpstr>Wingdings</vt:lpstr>
      <vt:lpstr>Verdana</vt:lpstr>
      <vt:lpstr>Segoe UI</vt:lpstr>
      <vt:lpstr>Times New Roman</vt:lpstr>
      <vt:lpstr>webwppDefTheme</vt:lpstr>
      <vt:lpstr>联通规划</vt:lpstr>
      <vt:lpstr>UnicomWide</vt:lpstr>
      <vt:lpstr>1_UnicomWide</vt:lpstr>
      <vt:lpstr>2_UnicomWide</vt:lpstr>
      <vt:lpstr>3_UnicomWide</vt:lpstr>
      <vt:lpstr>4_UnicomWide</vt:lpstr>
      <vt:lpstr>5_UnicomWide</vt:lpstr>
      <vt:lpstr>6_UnicomWide</vt:lpstr>
      <vt:lpstr>7_UnicomWide</vt:lpstr>
      <vt:lpstr>8_UnicomWide</vt:lpstr>
      <vt:lpstr>主题2</vt:lpstr>
      <vt:lpstr>华为云CSS-&gt;联通云ES(云产品)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  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沃云R版网络技术分享</dc:title>
  <dc:creator>unicom</dc:creator>
  <cp:lastModifiedBy>踏寻</cp:lastModifiedBy>
  <cp:revision>367</cp:revision>
  <cp:lastPrinted>2022-08-12T06:17:00Z</cp:lastPrinted>
  <dcterms:created xsi:type="dcterms:W3CDTF">2022-08-12T06:17:00Z</dcterms:created>
  <dcterms:modified xsi:type="dcterms:W3CDTF">2024-08-02T06:12:56Z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KSORubyTemplateID">
    <vt:lpwstr>2</vt:lpwstr>
  </property>
  <property fmtid="{D5CDD505-2E9C-101B-9397-08002B2CF9AE}" pid="4" name="ICV">
    <vt:lpwstr>43BF3DE0820C4A0C83A95F8CD4981D20</vt:lpwstr>
  </property>
</Properties>
</file>