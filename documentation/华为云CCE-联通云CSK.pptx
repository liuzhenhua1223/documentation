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5" r:id="rId4"/>
    <p:sldMasterId id="2147483673" r:id="rId5"/>
    <p:sldMasterId id="2147483684" r:id="rId6"/>
    <p:sldMasterId id="2147483694" r:id="rId7"/>
    <p:sldMasterId id="2147483702" r:id="rId8"/>
    <p:sldMasterId id="2147483709" r:id="rId9"/>
    <p:sldMasterId id="2147483716" r:id="rId10"/>
    <p:sldMasterId id="2147483723" r:id="rId11"/>
    <p:sldMasterId id="2147483729" r:id="rId12"/>
    <p:sldMasterId id="2147483735" r:id="rId13"/>
  </p:sldMasterIdLst>
  <p:notesMasterIdLst>
    <p:notesMasterId r:id="rId15"/>
  </p:notesMasterIdLst>
  <p:handoutMasterIdLst>
    <p:handoutMasterId r:id="rId41"/>
  </p:handoutMasterIdLst>
  <p:sldIdLst>
    <p:sldId id="2832" r:id="rId14"/>
    <p:sldId id="2753" r:id="rId16"/>
    <p:sldId id="2856" r:id="rId17"/>
    <p:sldId id="3070" r:id="rId18"/>
    <p:sldId id="2847" r:id="rId19"/>
    <p:sldId id="3072" r:id="rId20"/>
    <p:sldId id="3071" r:id="rId21"/>
    <p:sldId id="3069" r:id="rId22"/>
    <p:sldId id="3073" r:id="rId23"/>
    <p:sldId id="3025" r:id="rId24"/>
    <p:sldId id="3074" r:id="rId25"/>
    <p:sldId id="3026" r:id="rId26"/>
    <p:sldId id="3078" r:id="rId27"/>
    <p:sldId id="3075" r:id="rId28"/>
    <p:sldId id="3076" r:id="rId29"/>
    <p:sldId id="3077" r:id="rId30"/>
    <p:sldId id="3030" r:id="rId31"/>
    <p:sldId id="3031" r:id="rId32"/>
    <p:sldId id="3027" r:id="rId33"/>
    <p:sldId id="3029" r:id="rId34"/>
    <p:sldId id="3032" r:id="rId35"/>
    <p:sldId id="3033" r:id="rId36"/>
    <p:sldId id="3035" r:id="rId37"/>
    <p:sldId id="3036" r:id="rId38"/>
    <p:sldId id="3040" r:id="rId39"/>
    <p:sldId id="2536" r:id="rId40"/>
  </p:sldIdLst>
  <p:sldSz cx="9144000" cy="5143500" type="screen16x9"/>
  <p:notesSz cx="6760845" cy="9942195"/>
  <p:custDataLst>
    <p:tags r:id="rId46"/>
  </p:custDataLst>
  <p:defaultTextStyle>
    <a:defPPr>
      <a:defRPr lang="zh-CN"/>
    </a:defPPr>
    <a:lvl1pPr marL="0" algn="l" defTabSz="913765" rtl="0" eaLnBrk="1" latinLnBrk="0" hangingPunct="1">
      <a:defRPr sz="1800" kern="1200">
        <a:solidFill>
          <a:schemeClr val="tx1"/>
        </a:solidFill>
        <a:latin typeface="+mn-lt"/>
        <a:ea typeface="+mn-ea"/>
        <a:cs typeface="+mn-cs"/>
      </a:defRPr>
    </a:lvl1pPr>
    <a:lvl2pPr marL="456565"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095" algn="l" defTabSz="913765" rtl="0" eaLnBrk="1" latinLnBrk="0" hangingPunct="1">
      <a:defRPr sz="1800" kern="1200">
        <a:solidFill>
          <a:schemeClr val="tx1"/>
        </a:solidFill>
        <a:latin typeface="+mn-lt"/>
        <a:ea typeface="+mn-ea"/>
        <a:cs typeface="+mn-cs"/>
      </a:defRPr>
    </a:lvl6pPr>
    <a:lvl7pPr marL="2741295" algn="l" defTabSz="913765" rtl="0" eaLnBrk="1" latinLnBrk="0" hangingPunct="1">
      <a:defRPr sz="1800" kern="1200">
        <a:solidFill>
          <a:schemeClr val="tx1"/>
        </a:solidFill>
        <a:latin typeface="+mn-lt"/>
        <a:ea typeface="+mn-ea"/>
        <a:cs typeface="+mn-cs"/>
      </a:defRPr>
    </a:lvl7pPr>
    <a:lvl8pPr marL="3197860" algn="l" defTabSz="913765" rtl="0" eaLnBrk="1" latinLnBrk="0" hangingPunct="1">
      <a:defRPr sz="1800" kern="1200">
        <a:solidFill>
          <a:schemeClr val="tx1"/>
        </a:solidFill>
        <a:latin typeface="+mn-lt"/>
        <a:ea typeface="+mn-ea"/>
        <a:cs typeface="+mn-cs"/>
      </a:defRPr>
    </a:lvl8pPr>
    <a:lvl9pPr marL="365506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userDrawn="1">
          <p15:clr>
            <a:srgbClr val="A4A3A4"/>
          </p15:clr>
        </p15:guide>
        <p15:guide id="2" orient="horz" pos="4110" userDrawn="1">
          <p15:clr>
            <a:srgbClr val="A4A3A4"/>
          </p15:clr>
        </p15:guide>
        <p15:guide id="6" orient="horz" pos="647" userDrawn="1">
          <p15:clr>
            <a:srgbClr val="A4A3A4"/>
          </p15:clr>
        </p15:guide>
        <p15:guide id="4" orient="horz" pos="1224" userDrawn="1">
          <p15:clr>
            <a:srgbClr val="A4A3A4"/>
          </p15:clr>
        </p15:guide>
        <p15:guide id="5" orient="horz" pos="3002" userDrawn="1">
          <p15:clr>
            <a:srgbClr val="A4A3A4"/>
          </p15:clr>
        </p15:guide>
        <p15:guide id="7" orient="horz" pos="1532" userDrawn="1">
          <p15:clr>
            <a:srgbClr val="A4A3A4"/>
          </p15:clr>
        </p15:guide>
        <p15:guide id="8" pos="2862" userDrawn="1">
          <p15:clr>
            <a:srgbClr val="A4A3A4"/>
          </p15:clr>
        </p15:guide>
        <p15:guide id="12" pos="249" userDrawn="1">
          <p15:clr>
            <a:srgbClr val="A4A3A4"/>
          </p15:clr>
        </p15:guide>
        <p15:guide id="10" pos="5472" userDrawn="1">
          <p15:clr>
            <a:srgbClr val="A4A3A4"/>
          </p15:clr>
        </p15:guide>
        <p15:guide id="13" pos="55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戚帅" initials="戚帅" lastIdx="46" clrIdx="0"/>
  <p:cmAuthor id="2" name="未定义" initials="PP" lastIdx="12" clrIdx="1"/>
  <p:cmAuthor id="3" name="Pei Chang(联通集团信息化事业部)" initials="PC"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FF95"/>
    <a:srgbClr val="76D6FF"/>
    <a:srgbClr val="FF85FF"/>
    <a:srgbClr val="7A81FF"/>
    <a:srgbClr val="73FEFF"/>
    <a:srgbClr val="72AF2F"/>
    <a:srgbClr val="FF9900"/>
    <a:srgbClr val="CC9900"/>
    <a:srgbClr val="92D050"/>
    <a:srgbClr val="F3D2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61" autoAdjust="0"/>
    <p:restoredTop sz="89741" autoAdjust="0"/>
  </p:normalViewPr>
  <p:slideViewPr>
    <p:cSldViewPr showGuides="1">
      <p:cViewPr varScale="1">
        <p:scale>
          <a:sx n="134" d="100"/>
          <a:sy n="134" d="100"/>
        </p:scale>
        <p:origin x="110" y="173"/>
      </p:cViewPr>
      <p:guideLst>
        <p:guide orient="horz" pos="2104"/>
        <p:guide orient="horz" pos="4110"/>
        <p:guide orient="horz" pos="647"/>
        <p:guide orient="horz" pos="1224"/>
        <p:guide orient="horz" pos="3002"/>
        <p:guide orient="horz" pos="1532"/>
        <p:guide pos="2862"/>
        <p:guide pos="249"/>
        <p:guide pos="5472"/>
        <p:guide pos="556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6" Type="http://schemas.openxmlformats.org/officeDocument/2006/relationships/tags" Target="tags/tag41.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29837" cy="497125"/>
          </a:xfrm>
          <a:prstGeom prst="rect">
            <a:avLst/>
          </a:prstGeom>
        </p:spPr>
        <p:txBody>
          <a:bodyPr vert="horz" lIns="92017" tIns="46009" rIns="92017" bIns="46009" rtlCol="0"/>
          <a:lstStyle>
            <a:lvl1pPr algn="l">
              <a:defRPr sz="1200"/>
            </a:lvl1pPr>
          </a:lstStyle>
          <a:p>
            <a:endParaRPr lang="zh-CN" altLang="en-US"/>
          </a:p>
        </p:txBody>
      </p:sp>
      <p:sp>
        <p:nvSpPr>
          <p:cNvPr id="3" name="日期占位符 2"/>
          <p:cNvSpPr>
            <a:spLocks noGrp="1"/>
          </p:cNvSpPr>
          <p:nvPr>
            <p:ph type="dt" sz="quarter" idx="1"/>
          </p:nvPr>
        </p:nvSpPr>
        <p:spPr>
          <a:xfrm>
            <a:off x="3829763" y="1"/>
            <a:ext cx="2929837" cy="497125"/>
          </a:xfrm>
          <a:prstGeom prst="rect">
            <a:avLst/>
          </a:prstGeom>
        </p:spPr>
        <p:txBody>
          <a:bodyPr vert="horz" lIns="92017" tIns="46009" rIns="92017" bIns="46009" rtlCol="0"/>
          <a:lstStyle>
            <a:lvl1pPr algn="r">
              <a:defRPr sz="1200"/>
            </a:lvl1pPr>
          </a:lstStyle>
          <a:p>
            <a:fld id="{5063D3EB-78EC-421F-BB7C-90EEF1DE86FA}" type="datetimeFigureOut">
              <a:rPr lang="zh-CN" altLang="en-US" smtClean="0"/>
            </a:fld>
            <a:endParaRPr lang="zh-CN" altLang="en-US"/>
          </a:p>
        </p:txBody>
      </p:sp>
      <p:sp>
        <p:nvSpPr>
          <p:cNvPr id="4" name="页脚占位符 3"/>
          <p:cNvSpPr>
            <a:spLocks noGrp="1"/>
          </p:cNvSpPr>
          <p:nvPr>
            <p:ph type="ftr" sz="quarter" idx="2"/>
          </p:nvPr>
        </p:nvSpPr>
        <p:spPr>
          <a:xfrm>
            <a:off x="0" y="9443662"/>
            <a:ext cx="2929837" cy="497125"/>
          </a:xfrm>
          <a:prstGeom prst="rect">
            <a:avLst/>
          </a:prstGeom>
        </p:spPr>
        <p:txBody>
          <a:bodyPr vert="horz" lIns="92017" tIns="46009" rIns="92017" bIns="46009"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29763" y="9443662"/>
            <a:ext cx="2929837" cy="497125"/>
          </a:xfrm>
          <a:prstGeom prst="rect">
            <a:avLst/>
          </a:prstGeom>
        </p:spPr>
        <p:txBody>
          <a:bodyPr vert="horz" lIns="92017" tIns="46009" rIns="92017" bIns="46009" rtlCol="0" anchor="b"/>
          <a:lstStyle>
            <a:lvl1pPr algn="r">
              <a:defRPr sz="1200"/>
            </a:lvl1pPr>
          </a:lstStyle>
          <a:p>
            <a:fld id="{A2F81E38-3810-41A0-8174-94DC86E0BDCC}"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29837" cy="497125"/>
          </a:xfrm>
          <a:prstGeom prst="rect">
            <a:avLst/>
          </a:prstGeom>
        </p:spPr>
        <p:txBody>
          <a:bodyPr vert="horz" lIns="92017" tIns="46009" rIns="92017" bIns="46009" rtlCol="0"/>
          <a:lstStyle>
            <a:lvl1pPr algn="l">
              <a:defRPr sz="1200"/>
            </a:lvl1pPr>
          </a:lstStyle>
          <a:p>
            <a:endParaRPr lang="zh-CN" altLang="en-US"/>
          </a:p>
        </p:txBody>
      </p:sp>
      <p:sp>
        <p:nvSpPr>
          <p:cNvPr id="3" name="日期占位符 2"/>
          <p:cNvSpPr>
            <a:spLocks noGrp="1"/>
          </p:cNvSpPr>
          <p:nvPr>
            <p:ph type="dt" idx="1"/>
          </p:nvPr>
        </p:nvSpPr>
        <p:spPr>
          <a:xfrm>
            <a:off x="3829763" y="1"/>
            <a:ext cx="2929837" cy="497125"/>
          </a:xfrm>
          <a:prstGeom prst="rect">
            <a:avLst/>
          </a:prstGeom>
        </p:spPr>
        <p:txBody>
          <a:bodyPr vert="horz" lIns="92017" tIns="46009" rIns="92017" bIns="46009" rtlCol="0"/>
          <a:lstStyle>
            <a:lvl1pPr algn="r">
              <a:defRPr sz="1200"/>
            </a:lvl1pPr>
          </a:lstStyle>
          <a:p>
            <a:fld id="{B49EA19C-139C-42B3-9E0A-111D203DC2E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5088" y="746125"/>
            <a:ext cx="6630987" cy="3729038"/>
          </a:xfrm>
          <a:prstGeom prst="rect">
            <a:avLst/>
          </a:prstGeom>
          <a:noFill/>
          <a:ln w="12700">
            <a:solidFill>
              <a:prstClr val="black"/>
            </a:solidFill>
          </a:ln>
        </p:spPr>
        <p:txBody>
          <a:bodyPr vert="horz" lIns="92017" tIns="46009" rIns="92017" bIns="46009" rtlCol="0" anchor="ctr"/>
          <a:lstStyle/>
          <a:p>
            <a:endParaRPr lang="zh-CN" altLang="en-US"/>
          </a:p>
        </p:txBody>
      </p:sp>
      <p:sp>
        <p:nvSpPr>
          <p:cNvPr id="5" name="备注占位符 4"/>
          <p:cNvSpPr>
            <a:spLocks noGrp="1"/>
          </p:cNvSpPr>
          <p:nvPr>
            <p:ph type="body" sz="quarter" idx="3"/>
          </p:nvPr>
        </p:nvSpPr>
        <p:spPr>
          <a:xfrm>
            <a:off x="676118" y="4722695"/>
            <a:ext cx="5408930" cy="4474131"/>
          </a:xfrm>
          <a:prstGeom prst="rect">
            <a:avLst/>
          </a:prstGeom>
        </p:spPr>
        <p:txBody>
          <a:bodyPr vert="horz" lIns="92017" tIns="46009" rIns="92017" bIns="46009"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43662"/>
            <a:ext cx="2929837" cy="497125"/>
          </a:xfrm>
          <a:prstGeom prst="rect">
            <a:avLst/>
          </a:prstGeom>
        </p:spPr>
        <p:txBody>
          <a:bodyPr vert="horz" lIns="92017" tIns="46009" rIns="92017" bIns="46009"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763" y="9443662"/>
            <a:ext cx="2929837" cy="497125"/>
          </a:xfrm>
          <a:prstGeom prst="rect">
            <a:avLst/>
          </a:prstGeom>
        </p:spPr>
        <p:txBody>
          <a:bodyPr vert="horz" lIns="92017" tIns="46009" rIns="92017" bIns="46009" rtlCol="0" anchor="b"/>
          <a:lstStyle>
            <a:lvl1pPr algn="r">
              <a:defRPr sz="1200"/>
            </a:lvl1pPr>
          </a:lstStyle>
          <a:p>
            <a:fld id="{F02D8400-7AD2-4CD9-A391-50ADE019D57C}"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3765" rtl="0" eaLnBrk="1" latinLnBrk="0" hangingPunct="1">
      <a:defRPr sz="1200" kern="1200">
        <a:solidFill>
          <a:schemeClr val="tx1"/>
        </a:solidFill>
        <a:latin typeface="+mn-lt"/>
        <a:ea typeface="+mn-ea"/>
        <a:cs typeface="+mn-cs"/>
      </a:defRPr>
    </a:lvl1pPr>
    <a:lvl2pPr marL="456565" algn="l" defTabSz="913765" rtl="0" eaLnBrk="1" latinLnBrk="0" hangingPunct="1">
      <a:defRPr sz="1200" kern="1200">
        <a:solidFill>
          <a:schemeClr val="tx1"/>
        </a:solidFill>
        <a:latin typeface="+mn-lt"/>
        <a:ea typeface="+mn-ea"/>
        <a:cs typeface="+mn-cs"/>
      </a:defRPr>
    </a:lvl2pPr>
    <a:lvl3pPr marL="913765" algn="l" defTabSz="913765" rtl="0" eaLnBrk="1" latinLnBrk="0" hangingPunct="1">
      <a:defRPr sz="1200" kern="1200">
        <a:solidFill>
          <a:schemeClr val="tx1"/>
        </a:solidFill>
        <a:latin typeface="+mn-lt"/>
        <a:ea typeface="+mn-ea"/>
        <a:cs typeface="+mn-cs"/>
      </a:defRPr>
    </a:lvl3pPr>
    <a:lvl4pPr marL="1370965" algn="l" defTabSz="913765" rtl="0" eaLnBrk="1" latinLnBrk="0" hangingPunct="1">
      <a:defRPr sz="1200" kern="1200">
        <a:solidFill>
          <a:schemeClr val="tx1"/>
        </a:solidFill>
        <a:latin typeface="+mn-lt"/>
        <a:ea typeface="+mn-ea"/>
        <a:cs typeface="+mn-cs"/>
      </a:defRPr>
    </a:lvl4pPr>
    <a:lvl5pPr marL="1827530" algn="l" defTabSz="913765" rtl="0" eaLnBrk="1" latinLnBrk="0" hangingPunct="1">
      <a:defRPr sz="1200" kern="1200">
        <a:solidFill>
          <a:schemeClr val="tx1"/>
        </a:solidFill>
        <a:latin typeface="+mn-lt"/>
        <a:ea typeface="+mn-ea"/>
        <a:cs typeface="+mn-cs"/>
      </a:defRPr>
    </a:lvl5pPr>
    <a:lvl6pPr marL="2284095" algn="l" defTabSz="913765" rtl="0" eaLnBrk="1" latinLnBrk="0" hangingPunct="1">
      <a:defRPr sz="1200" kern="1200">
        <a:solidFill>
          <a:schemeClr val="tx1"/>
        </a:solidFill>
        <a:latin typeface="+mn-lt"/>
        <a:ea typeface="+mn-ea"/>
        <a:cs typeface="+mn-cs"/>
      </a:defRPr>
    </a:lvl6pPr>
    <a:lvl7pPr marL="2741295" algn="l" defTabSz="913765" rtl="0" eaLnBrk="1" latinLnBrk="0" hangingPunct="1">
      <a:defRPr sz="1200" kern="1200">
        <a:solidFill>
          <a:schemeClr val="tx1"/>
        </a:solidFill>
        <a:latin typeface="+mn-lt"/>
        <a:ea typeface="+mn-ea"/>
        <a:cs typeface="+mn-cs"/>
      </a:defRPr>
    </a:lvl7pPr>
    <a:lvl8pPr marL="3197860" algn="l" defTabSz="913765" rtl="0" eaLnBrk="1" latinLnBrk="0" hangingPunct="1">
      <a:defRPr sz="1200" kern="1200">
        <a:solidFill>
          <a:schemeClr val="tx1"/>
        </a:solidFill>
        <a:latin typeface="+mn-lt"/>
        <a:ea typeface="+mn-ea"/>
        <a:cs typeface="+mn-cs"/>
      </a:defRPr>
    </a:lvl8pPr>
    <a:lvl9pPr marL="365506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Master节点</a:t>
            </a:r>
            <a:endParaRPr lang="zh-CN" altLang="en-US"/>
          </a:p>
          <a:p>
            <a:r>
              <a:rPr lang="zh-CN" altLang="en-US"/>
              <a:t>Master节点是集群的控制节点，由API Server、Scheduler、Controller Manager和ETCD四个组件构成。</a:t>
            </a:r>
            <a:endParaRPr lang="zh-CN" altLang="en-US"/>
          </a:p>
          <a:p>
            <a:r>
              <a:rPr lang="zh-CN" altLang="en-US"/>
              <a:t>API Server：各组件互相通讯的中转站，接受外部请求，并将信息写到ETCD中。</a:t>
            </a:r>
            <a:endParaRPr lang="zh-CN" altLang="en-US"/>
          </a:p>
          <a:p>
            <a:r>
              <a:rPr lang="zh-CN" altLang="en-US"/>
              <a:t>Controller Manager：执行集群级功能，例如复制组件，跟踪Node节点，处理节点故障等等。</a:t>
            </a:r>
            <a:endParaRPr lang="zh-CN" altLang="en-US"/>
          </a:p>
          <a:p>
            <a:r>
              <a:rPr lang="zh-CN" altLang="en-US"/>
              <a:t>Scheduler：负责应用调度的组件，根据各种条件（如可用的资源、节点的亲和性等）将容器调度到Node上运行。</a:t>
            </a:r>
            <a:endParaRPr lang="zh-CN" altLang="en-US"/>
          </a:p>
          <a:p>
            <a:r>
              <a:rPr lang="zh-CN" altLang="en-US"/>
              <a:t>ETCD：一个分布式数据存储组件，负责存储集群的配置信息。</a:t>
            </a:r>
            <a:endParaRPr lang="zh-CN" altLang="en-US"/>
          </a:p>
          <a:p>
            <a:r>
              <a:rPr lang="zh-CN" altLang="en-US"/>
              <a:t>在生产环境中，为了保障集群的高可用，通常会部署多个Master，如CCE的集群高可用模式就是3个Master节点。</a:t>
            </a:r>
            <a:endParaRPr lang="zh-CN" altLang="en-US"/>
          </a:p>
          <a:p>
            <a:endParaRPr lang="zh-CN" altLang="en-US"/>
          </a:p>
          <a:p>
            <a:r>
              <a:rPr lang="zh-CN" altLang="en-US"/>
              <a:t>Node节点</a:t>
            </a:r>
            <a:endParaRPr lang="zh-CN" altLang="en-US"/>
          </a:p>
          <a:p>
            <a:r>
              <a:rPr lang="zh-CN" altLang="en-US"/>
              <a:t>Node节点是集群的计算节点，即运行容器化应用的节点。</a:t>
            </a:r>
            <a:endParaRPr lang="zh-CN" altLang="en-US"/>
          </a:p>
          <a:p>
            <a:r>
              <a:rPr lang="zh-CN" altLang="en-US"/>
              <a:t>kubelet：kubelet主要负责同Container Runtime打交道，并与API Server交互，管理节点上的容器。</a:t>
            </a:r>
            <a:endParaRPr lang="zh-CN" altLang="en-US"/>
          </a:p>
          <a:p>
            <a:r>
              <a:rPr lang="zh-CN" altLang="en-US"/>
              <a:t>kube-proxy：应用组件间的访问代理，解决节点上应用的访问问题。</a:t>
            </a:r>
            <a:endParaRPr lang="zh-CN" altLang="en-US"/>
          </a:p>
          <a:p>
            <a:r>
              <a:rPr lang="zh-CN" altLang="en-US"/>
              <a:t>Container Runtime：容器运行时，如Docker，最主要的功能是下载镜像和运行容器。</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Pod</a:t>
            </a:r>
            <a:endParaRPr lang="zh-CN" altLang="en-US"/>
          </a:p>
          <a:p>
            <a:r>
              <a:rPr lang="zh-CN" altLang="en-US"/>
              <a:t>Pod是Kubernetes创建或部署的最小单位。一个Pod封装一个或多个容器（container）、存储资源（volume）、一个独立的网络IP以及管理控制容器运行方式的策略选项。</a:t>
            </a:r>
            <a:endParaRPr lang="zh-CN" altLang="en-US"/>
          </a:p>
          <a:p>
            <a:endParaRPr lang="zh-CN" altLang="en-US"/>
          </a:p>
          <a:p>
            <a:r>
              <a:rPr lang="zh-CN" altLang="en-US"/>
              <a:t>Deployment</a:t>
            </a:r>
            <a:endParaRPr lang="zh-CN" altLang="en-US"/>
          </a:p>
          <a:p>
            <a:r>
              <a:rPr lang="zh-CN" altLang="en-US"/>
              <a:t>Deployment是对Pod的服务化封装。一个Deployment可以包含一个或多个Pod，每个Pod的角色相同，所以系统会自动为Deployment的多个Pod分发请求。</a:t>
            </a:r>
            <a:endParaRPr lang="zh-CN" altLang="en-US"/>
          </a:p>
          <a:p>
            <a:endParaRPr lang="zh-CN" altLang="en-US"/>
          </a:p>
          <a:p>
            <a:r>
              <a:rPr lang="zh-CN" altLang="en-US"/>
              <a:t>StatefulSet</a:t>
            </a:r>
            <a:endParaRPr lang="zh-CN" altLang="en-US"/>
          </a:p>
          <a:p>
            <a:r>
              <a:rPr lang="zh-CN" altLang="en-US"/>
              <a:t>StatefulSet是用来管理有状态应用的对象。和Deployment相同的是，StatefulSet管理了基于相同容器定义的一组Pod。但和Deployment不同的是，StatefulSet为它们的每个Pod维护了一个固定的ID。这些Pod是基于相同的声明来创建的，但是不能相互替换，无论怎么调度，每个Pod都有一个永久不变的ID。</a:t>
            </a:r>
            <a:endParaRPr lang="zh-CN" altLang="en-US"/>
          </a:p>
          <a:p>
            <a:endParaRPr lang="zh-CN" altLang="en-US"/>
          </a:p>
          <a:p>
            <a:r>
              <a:rPr lang="zh-CN" altLang="en-US">
                <a:sym typeface="+mn-ea"/>
              </a:rPr>
              <a:t>Service</a:t>
            </a:r>
            <a:endParaRPr lang="zh-CN" altLang="en-US"/>
          </a:p>
          <a:p>
            <a:r>
              <a:rPr lang="zh-CN" altLang="en-US">
                <a:sym typeface="+mn-ea"/>
              </a:rPr>
              <a:t>Service是用来解决Pod访问问题的。Service有一个固定IP地址，Service将访问流量转发给Pod，而且Service可以给这些Pod做负载均衡。</a:t>
            </a:r>
            <a:endParaRPr lang="zh-CN" altLang="en-US"/>
          </a:p>
          <a:p>
            <a:endParaRPr lang="zh-CN" altLang="en-US"/>
          </a:p>
          <a:p>
            <a:r>
              <a:rPr lang="zh-CN" altLang="en-US">
                <a:sym typeface="+mn-ea"/>
              </a:rPr>
              <a:t>Ingress</a:t>
            </a:r>
            <a:endParaRPr lang="zh-CN" altLang="en-US"/>
          </a:p>
          <a:p>
            <a:r>
              <a:rPr lang="zh-CN" altLang="en-US">
                <a:sym typeface="+mn-ea"/>
              </a:rPr>
              <a:t>Service是基于四层TCP和UDP协议转发的，Ingress可以基于七层的HTTP和HTTPS协议转发，可以通过域名和路径做到更细粒度的划分。</a:t>
            </a:r>
            <a:endParaRPr lang="zh-CN" altLang="en-US"/>
          </a:p>
          <a:p>
            <a:endParaRPr lang="zh-CN" altLang="en-US"/>
          </a:p>
          <a:p>
            <a:r>
              <a:rPr lang="zh-CN" altLang="en-US">
                <a:sym typeface="+mn-ea"/>
              </a:rPr>
              <a:t>ConfigMap</a:t>
            </a:r>
            <a:endParaRPr lang="zh-CN" altLang="en-US"/>
          </a:p>
          <a:p>
            <a:r>
              <a:rPr lang="zh-CN" altLang="en-US">
                <a:sym typeface="+mn-ea"/>
              </a:rPr>
              <a:t>ConfigMap是一种用于存储应用所需配置信息的资源类型，用于保存配置数据的键值对。通过ConfigMap可以方便的做到配置解耦，使得不同环境有不同的配置。</a:t>
            </a:r>
            <a:endParaRPr lang="zh-CN" altLang="en-US"/>
          </a:p>
          <a:p>
            <a:endParaRPr lang="zh-CN" altLang="en-US"/>
          </a:p>
          <a:p>
            <a:r>
              <a:rPr lang="zh-CN" altLang="en-US">
                <a:sym typeface="+mn-ea"/>
              </a:rPr>
              <a:t>Secret</a:t>
            </a:r>
            <a:endParaRPr lang="zh-CN" altLang="en-US"/>
          </a:p>
          <a:p>
            <a:r>
              <a:rPr lang="zh-CN" altLang="en-US">
                <a:sym typeface="+mn-ea"/>
              </a:rPr>
              <a:t>Secret是一种加密存储的资源对象，您可以将认证信息、证书、私钥等保存在Secret中，而不需要把这些敏感数据暴露到镜像或者Pod定义中，从而更加安全和灵活。</a:t>
            </a:r>
            <a:endParaRPr lang="zh-CN" altLang="en-US"/>
          </a:p>
          <a:p>
            <a:endParaRPr lang="zh-CN" altLang="en-US"/>
          </a:p>
          <a:p>
            <a:r>
              <a:rPr lang="zh-CN" altLang="en-US">
                <a:sym typeface="+mn-ea"/>
              </a:rPr>
              <a:t>PersistentVolume（PV）</a:t>
            </a:r>
            <a:endParaRPr lang="zh-CN" altLang="en-US"/>
          </a:p>
          <a:p>
            <a:r>
              <a:rPr lang="zh-CN" altLang="en-US">
                <a:sym typeface="+mn-ea"/>
              </a:rPr>
              <a:t>PV指持久化数据存储卷，主要定义的是一个持久化存储在宿主机上的目录，比如一个NFS的挂载目录。</a:t>
            </a:r>
            <a:endParaRPr lang="zh-CN" altLang="en-US"/>
          </a:p>
          <a:p>
            <a:endParaRPr lang="zh-CN" altLang="en-US"/>
          </a:p>
          <a:p>
            <a:r>
              <a:rPr lang="zh-CN" altLang="en-US">
                <a:sym typeface="+mn-ea"/>
              </a:rPr>
              <a:t>PersistentVolumeClaim（PVC）</a:t>
            </a:r>
            <a:endParaRPr lang="zh-CN" altLang="en-US"/>
          </a:p>
          <a:p>
            <a:r>
              <a:rPr lang="zh-CN" altLang="en-US">
                <a:sym typeface="+mn-ea"/>
              </a:rPr>
              <a:t>Kubernetes提供PVC专门用于持久化存储的申请，PVC可以让您无需关心底层存储资源如何创建、释放等动作，而只需要申明您需要何种类型的存储资源、多大的存储空间。</a:t>
            </a:r>
            <a:endParaRPr lang="zh-CN" altLang="en-US"/>
          </a:p>
          <a:p>
            <a:endParaRPr lang="zh-CN" altLang="en-US"/>
          </a:p>
          <a:p>
            <a:r>
              <a:rPr lang="zh-CN" altLang="en-US"/>
              <a:t>Job</a:t>
            </a:r>
            <a:endParaRPr lang="zh-CN" altLang="en-US"/>
          </a:p>
          <a:p>
            <a:r>
              <a:rPr lang="zh-CN" altLang="en-US"/>
              <a:t>Job是用来控制批处理型任务的对象。批处理业务与长期伺服业务（Deployment）的主要区别是批处理业务的运行有头有尾，而长期伺服业务在用户不停止的情况下永远运行。Job管理的Pod根据用户的设置把任务成功完成就自动退出（Pod自动删除）。</a:t>
            </a:r>
            <a:endParaRPr lang="zh-CN" altLang="en-US"/>
          </a:p>
          <a:p>
            <a:endParaRPr lang="zh-CN" altLang="en-US"/>
          </a:p>
          <a:p>
            <a:r>
              <a:rPr lang="zh-CN" altLang="en-US"/>
              <a:t>CronJob</a:t>
            </a:r>
            <a:endParaRPr lang="zh-CN" altLang="en-US"/>
          </a:p>
          <a:p>
            <a:r>
              <a:rPr lang="zh-CN" altLang="en-US"/>
              <a:t>CronJob是基于时间控制的Job，类似于Linux系统的crontab，在指定的时间周期运行指定的任务。</a:t>
            </a:r>
            <a:endParaRPr lang="zh-CN" altLang="en-US"/>
          </a:p>
          <a:p>
            <a:endParaRPr lang="zh-CN" altLang="en-US"/>
          </a:p>
          <a:p>
            <a:r>
              <a:rPr lang="zh-CN" altLang="en-US"/>
              <a:t>DaemonSet</a:t>
            </a:r>
            <a:endParaRPr lang="zh-CN" altLang="en-US"/>
          </a:p>
          <a:p>
            <a:r>
              <a:rPr lang="zh-CN" altLang="en-US"/>
              <a:t>DaemonSet是这样一种对象（守护进程），它在集群的每个节点上运行一个Pod，且保证只有一个Pod，这非常适合一些系统层面的应用，例如日志收集、资源监控等，这类应用需要每个节点都运行，且不需要太多实例，一个比较好的例子就是Kubernetes的kube-proxy。</a:t>
            </a:r>
            <a:endParaRPr lang="zh-CN" altLang="en-US"/>
          </a:p>
          <a:p>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集群迁移大致包含如下6个步骤：</a:t>
            </a:r>
            <a:endParaRPr lang="zh-CN" altLang="en-US"/>
          </a:p>
          <a:p>
            <a:r>
              <a:rPr lang="en-US" altLang="zh-CN"/>
              <a:t>1. </a:t>
            </a:r>
            <a:r>
              <a:rPr lang="zh-CN" altLang="en-US"/>
              <a:t>目标集群资源规划。</a:t>
            </a:r>
            <a:endParaRPr lang="zh-CN" altLang="en-US"/>
          </a:p>
          <a:p>
            <a:r>
              <a:rPr lang="zh-CN" altLang="en-US"/>
              <a:t>请详细了解CCE集群与自建集群间的差异，参考目标集群资源规划中的关键性能参数，按需进行资源规划，建议尽量保持迁移后集群与原集群中性能配置相对一致。</a:t>
            </a:r>
            <a:endParaRPr lang="zh-CN" altLang="en-US"/>
          </a:p>
          <a:p>
            <a:r>
              <a:rPr lang="en-US" altLang="zh-CN"/>
              <a:t>2.</a:t>
            </a:r>
            <a:r>
              <a:rPr lang="zh-CN" altLang="en-US"/>
              <a:t>集群外资源迁移。</a:t>
            </a:r>
            <a:endParaRPr lang="zh-CN" altLang="en-US"/>
          </a:p>
          <a:p>
            <a:r>
              <a:rPr lang="zh-CN" altLang="en-US"/>
              <a:t>若您需对集群外的相关资源进行迁移，可使用对应的迁移解决方案，具体请参见集群外资源迁移。</a:t>
            </a:r>
            <a:endParaRPr lang="zh-CN" altLang="en-US"/>
          </a:p>
          <a:p>
            <a:r>
              <a:rPr lang="en-US" altLang="zh-CN"/>
              <a:t>3.</a:t>
            </a:r>
            <a:r>
              <a:rPr lang="zh-CN" altLang="en-US"/>
              <a:t>迁移工具安装。</a:t>
            </a:r>
            <a:endParaRPr lang="zh-CN" altLang="en-US"/>
          </a:p>
          <a:p>
            <a:r>
              <a:rPr lang="zh-CN" altLang="en-US"/>
              <a:t>完成集群外资源迁移后，可通过迁移工具在原集群和目标集群内分别进行应用配置的备份和还原，工具的安装步骤请参考迁移工具安装。</a:t>
            </a:r>
            <a:endParaRPr lang="zh-CN" altLang="en-US"/>
          </a:p>
          <a:p>
            <a:r>
              <a:rPr lang="en-US" altLang="zh-CN"/>
              <a:t>4.</a:t>
            </a:r>
            <a:r>
              <a:rPr lang="zh-CN" altLang="en-US"/>
              <a:t>集群内资源迁移。</a:t>
            </a:r>
            <a:endParaRPr lang="zh-CN" altLang="en-US"/>
          </a:p>
          <a:p>
            <a:r>
              <a:rPr lang="zh-CN" altLang="en-US"/>
              <a:t>使用Velero将原集群内资源备份至对象存储中，并在目标集群中进行恢复，详细步骤可参考集群内资源迁移（Velero）。</a:t>
            </a:r>
            <a:endParaRPr lang="zh-CN" altLang="en-US"/>
          </a:p>
          <a:p>
            <a:r>
              <a:rPr lang="zh-CN" altLang="en-US"/>
              <a:t>原集群应用备份</a:t>
            </a:r>
            <a:endParaRPr lang="zh-CN" altLang="en-US"/>
          </a:p>
          <a:p>
            <a:pPr indent="457200"/>
            <a:r>
              <a:rPr lang="zh-CN" altLang="en-US"/>
              <a:t>当用户执行备份时，首先通过Velero工具在原集群中创建Backup对象，并查询集群相关的数据和资源进行备份，并将数据打包上传至S3协议兼容的对象存储中，各类集群资源将以JSON格式文件进行存储。</a:t>
            </a:r>
            <a:endParaRPr lang="zh-CN" altLang="en-US"/>
          </a:p>
          <a:p>
            <a:r>
              <a:rPr lang="zh-CN" altLang="en-US"/>
              <a:t>目标集群应用恢复</a:t>
            </a:r>
            <a:endParaRPr lang="zh-CN" altLang="en-US"/>
          </a:p>
          <a:p>
            <a:pPr indent="457200"/>
            <a:r>
              <a:rPr lang="zh-CN" altLang="en-US"/>
              <a:t>在目标集群中进行还原时，Velero将指定之前存储备份数据的临时对象桶，并把备份的数据下载至新集群，再根据JSON文件对资源进行重新部署。</a:t>
            </a:r>
            <a:endParaRPr lang="zh-CN" altLang="en-US"/>
          </a:p>
          <a:p>
            <a:r>
              <a:rPr lang="en-US" altLang="zh-CN"/>
              <a:t>5.</a:t>
            </a:r>
            <a:r>
              <a:rPr lang="zh-CN" altLang="en-US"/>
              <a:t>资源更新适配。</a:t>
            </a:r>
            <a:endParaRPr lang="zh-CN" altLang="en-US"/>
          </a:p>
          <a:p>
            <a:r>
              <a:rPr lang="zh-CN" altLang="en-US"/>
              <a:t>迁移后的集群资源可能存在无法部署的问题，需要对出现错误的资源进行更新适配，可能发生的适配问题主要包括如下几类：</a:t>
            </a:r>
            <a:endParaRPr lang="zh-CN" altLang="en-US"/>
          </a:p>
          <a:p>
            <a:r>
              <a:rPr lang="zh-CN" altLang="en-US"/>
              <a:t>镜像更新适配</a:t>
            </a:r>
            <a:endParaRPr lang="zh-CN" altLang="en-US"/>
          </a:p>
          <a:p>
            <a:r>
              <a:rPr lang="zh-CN" altLang="en-US"/>
              <a:t>访问服务更新适配</a:t>
            </a:r>
            <a:endParaRPr lang="zh-CN" altLang="en-US"/>
          </a:p>
          <a:p>
            <a:r>
              <a:rPr lang="zh-CN" altLang="en-US"/>
              <a:t>StorageClass更新适配</a:t>
            </a:r>
            <a:endParaRPr lang="zh-CN" altLang="en-US"/>
          </a:p>
          <a:p>
            <a:r>
              <a:rPr lang="zh-CN" altLang="en-US"/>
              <a:t>数据库更新适配</a:t>
            </a:r>
            <a:endParaRPr lang="zh-CN" altLang="en-US"/>
          </a:p>
          <a:p>
            <a:r>
              <a:rPr lang="en-US" altLang="zh-CN"/>
              <a:t>6.</a:t>
            </a:r>
            <a:r>
              <a:rPr lang="zh-CN" altLang="en-US"/>
              <a:t>其余工作。</a:t>
            </a:r>
            <a:endParaRPr lang="zh-CN" altLang="en-US"/>
          </a:p>
          <a:p>
            <a:r>
              <a:rPr lang="zh-CN" altLang="en-US"/>
              <a:t>集群资源正常部署后，需对迁移后应用内的功能进行验证，并将业务流量切换至新集群。最后确定所有服务正常运行后，可将原集群下线。</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4.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3.emf"/><Relationship Id="rId3" Type="http://schemas.openxmlformats.org/officeDocument/2006/relationships/oleObject" Target="../embeddings/oleObject1.bin"/><Relationship Id="rId2" Type="http://schemas.openxmlformats.org/officeDocument/2006/relationships/tags" Target="../tags/tag1.xml"/><Relationship Id="rId14" Type="http://schemas.openxmlformats.org/officeDocument/2006/relationships/vmlDrawing" Target="../drawings/vmlDrawing1.v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oleObject" Target="../embeddings/oleObject2.bin"/><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02412" y="1731661"/>
            <a:ext cx="8139178" cy="674375"/>
          </a:xfrm>
        </p:spPr>
        <p:txBody>
          <a:bodyPr lIns="101600" tIns="38100" rIns="25400" bIns="38100" anchor="t" anchorCtr="0">
            <a:noAutofit/>
          </a:bodyPr>
          <a:lstStyle>
            <a:lvl1pPr algn="ctr">
              <a:defRPr sz="405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502444" y="2674144"/>
            <a:ext cx="8139113" cy="601028"/>
          </a:xfrm>
        </p:spPr>
        <p:txBody>
          <a:bodyPr lIns="101600" tIns="38100" rIns="76200" bIns="38100" anchor="ctr" anchorCtr="0">
            <a:noAutofit/>
          </a:bodyPr>
          <a:lstStyle>
            <a:lvl1pPr marL="0" indent="0" algn="ctr" eaLnBrk="1" fontAlgn="auto" latinLnBrk="0" hangingPunct="1">
              <a:lnSpc>
                <a:spcPct val="100000"/>
              </a:lnSpc>
              <a:buNone/>
              <a:defRPr sz="1800" u="none" strike="noStrike" kern="1200" cap="none" spc="200" normalizeH="0" baseline="0">
                <a:solidFill>
                  <a:schemeClr val="tx1"/>
                </a:solidFill>
                <a:uFillTx/>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02412" y="435919"/>
            <a:ext cx="8139178" cy="48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502444" y="1131094"/>
            <a:ext cx="8139113" cy="3561874"/>
          </a:xfrm>
          <a:prstGeom prst="rect">
            <a:avLst/>
          </a:prstGeom>
        </p:spPr>
        <p:txBody>
          <a:bodyPr vert="horz" lIns="101600" tIns="0" rIns="82550" bIns="0" rtlCol="0">
            <a:normAutofit/>
          </a:bodyPr>
          <a:lstStyle>
            <a:lvl1pPr>
              <a:defRPr sz="1800"/>
            </a:lvl1pPr>
            <a:lvl2pPr>
              <a:defRPr sz="1800"/>
            </a:lvl2pPr>
            <a:lvl3pPr>
              <a:defRPr sz="1800"/>
            </a:lvl3pPr>
            <a:lvl4pPr>
              <a:defRPr sz="1800"/>
            </a:lvl4pPr>
            <a:lvl5pPr>
              <a:defRPr sz="1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630079" y="545783"/>
            <a:ext cx="2948940" cy="836295"/>
          </a:xfrm>
        </p:spPr>
        <p:txBody>
          <a:bodyPr anchor="ctr" anchorCtr="0"/>
          <a:lstStyle>
            <a:lvl1pPr>
              <a:defRPr sz="2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3853815" y="545783"/>
            <a:ext cx="4629150" cy="4052411"/>
          </a:xfrm>
        </p:spPr>
        <p:txBody>
          <a:bodyPr/>
          <a:lstStyle>
            <a:lvl1pPr>
              <a:defRPr sz="1800">
                <a:latin typeface="+mn-ea"/>
                <a:ea typeface="+mn-ea"/>
              </a:defRPr>
            </a:lvl1pPr>
            <a:lvl2pPr marL="342900" indent="0">
              <a:buNone/>
              <a:defRPr sz="1800">
                <a:latin typeface="+mn-ea"/>
                <a:ea typeface="+mn-ea"/>
              </a:defRPr>
            </a:lvl2pPr>
            <a:lvl3pPr>
              <a:defRPr sz="1800">
                <a:latin typeface="+mn-ea"/>
                <a:ea typeface="+mn-ea"/>
              </a:defRPr>
            </a:lvl3pPr>
            <a:lvl4pPr>
              <a:defRPr sz="1800">
                <a:latin typeface="+mn-ea"/>
                <a:ea typeface="+mn-ea"/>
              </a:defRPr>
            </a:lvl4pPr>
            <a:lvl5pPr>
              <a:defRPr sz="1800">
                <a:latin typeface="+mn-ea"/>
                <a:ea typeface="+mn-ea"/>
              </a:defRPr>
            </a:lvl5pPr>
            <a:lvl6pPr>
              <a:defRPr sz="1500"/>
            </a:lvl6pPr>
            <a:lvl7pPr>
              <a:defRPr sz="1500"/>
            </a:lvl7pPr>
            <a:lvl8pPr>
              <a:defRPr sz="1500"/>
            </a:lvl8pPr>
            <a:lvl9pPr>
              <a:defRPr sz="15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630079" y="1679734"/>
            <a:ext cx="2948940" cy="2918936"/>
          </a:xfrm>
        </p:spPr>
        <p:txBody>
          <a:bodyPr/>
          <a:lstStyle>
            <a:lvl1pPr marL="257175" indent="-257175">
              <a:buFont typeface="Arial" panose="020B0604020202020204" pitchFamily="34" charset="0"/>
              <a:buChar char="•"/>
              <a:defRPr sz="1800">
                <a:latin typeface="+mn-ea"/>
                <a:ea typeface="+mn-ea"/>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502444" y="4203859"/>
            <a:ext cx="8139113" cy="418624"/>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502444" y="481013"/>
            <a:ext cx="8139113" cy="341709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3429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9147334" cy="515112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3429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350996" y="423863"/>
            <a:ext cx="4050030" cy="4295775"/>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4715828" y="423863"/>
            <a:ext cx="4050030" cy="4295775"/>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502412" y="467693"/>
            <a:ext cx="8139178" cy="674375"/>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2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4" name="Picture 2055" descr="色条 拷贝"/>
          <p:cNvPicPr>
            <a:picLocks noChangeAspect="1" noChangeArrowheads="1"/>
          </p:cNvPicPr>
          <p:nvPr/>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5" name="Text Box 16"/>
          <p:cNvSpPr txBox="1">
            <a:spLocks noChangeArrowheads="1"/>
          </p:cNvSpPr>
          <p:nvPr/>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6" name="Group 31"/>
          <p:cNvGrpSpPr/>
          <p:nvPr/>
        </p:nvGrpSpPr>
        <p:grpSpPr bwMode="auto">
          <a:xfrm>
            <a:off x="560390" y="4786312"/>
            <a:ext cx="287337" cy="215504"/>
            <a:chOff x="3742" y="3113"/>
            <a:chExt cx="136" cy="136"/>
          </a:xfrm>
        </p:grpSpPr>
        <p:sp>
          <p:nvSpPr>
            <p:cNvPr id="7"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8"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9" name="Group 34"/>
          <p:cNvGrpSpPr/>
          <p:nvPr/>
        </p:nvGrpSpPr>
        <p:grpSpPr bwMode="auto">
          <a:xfrm>
            <a:off x="250833" y="5003008"/>
            <a:ext cx="287338" cy="215504"/>
            <a:chOff x="3742" y="3113"/>
            <a:chExt cx="136" cy="136"/>
          </a:xfrm>
        </p:grpSpPr>
        <p:sp>
          <p:nvSpPr>
            <p:cNvPr id="10"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1"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12" name="Picture 3" descr="C:\Users\vivianting\Desktop\1234131.png"/>
          <p:cNvPicPr>
            <a:picLocks noChangeAspect="1" noChangeArrowheads="1"/>
          </p:cNvPicPr>
          <p:nvPr/>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
        <p:nvSpPr>
          <p:cNvPr id="3074" name="Rectangle 2"/>
          <p:cNvSpPr>
            <a:spLocks noGrp="1" noChangeArrowheads="1"/>
          </p:cNvSpPr>
          <p:nvPr>
            <p:ph type="ctrTitle" hasCustomPrompt="1"/>
          </p:nvPr>
        </p:nvSpPr>
        <p:spPr>
          <a:xfrm>
            <a:off x="468321" y="1815666"/>
            <a:ext cx="8207375" cy="1512168"/>
          </a:xfrm>
        </p:spPr>
        <p:txBody>
          <a:bodyPr/>
          <a:lstStyle>
            <a:lvl1pPr marL="0" algn="ctr">
              <a:lnSpc>
                <a:spcPct val="150000"/>
              </a:lnSpc>
              <a:defRPr sz="4400" baseline="0">
                <a:solidFill>
                  <a:schemeClr val="bg1"/>
                </a:solidFill>
              </a:defRPr>
            </a:lvl1pPr>
          </a:lstStyle>
          <a:p>
            <a:r>
              <a:rPr lang="zh-CN" altLang="en-US" dirty="0"/>
              <a:t>主标题：雅黑</a:t>
            </a:r>
            <a:r>
              <a:rPr lang="en-US" altLang="zh-CN"/>
              <a:t>/44pt</a:t>
            </a:r>
            <a:endParaRPr lang="en-US" altLang="zh-CN" dirty="0"/>
          </a:p>
        </p:txBody>
      </p:sp>
      <p:pic>
        <p:nvPicPr>
          <p:cNvPr id="13" name="Picture 2055" descr="色条 拷贝"/>
          <p:cNvPicPr>
            <a:picLocks noChangeAspect="1" noChangeArrowheads="1"/>
          </p:cNvPicPr>
          <p:nvPr userDrawn="1"/>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14" name="Text Box 16"/>
          <p:cNvSpPr txBox="1">
            <a:spLocks noChangeArrowheads="1"/>
          </p:cNvSpPr>
          <p:nvPr userDrawn="1"/>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15" name="Group 31"/>
          <p:cNvGrpSpPr/>
          <p:nvPr userDrawn="1"/>
        </p:nvGrpSpPr>
        <p:grpSpPr bwMode="auto">
          <a:xfrm>
            <a:off x="560390" y="4786312"/>
            <a:ext cx="287337" cy="215504"/>
            <a:chOff x="3742" y="3113"/>
            <a:chExt cx="136" cy="136"/>
          </a:xfrm>
        </p:grpSpPr>
        <p:sp>
          <p:nvSpPr>
            <p:cNvPr id="16"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7"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18" name="Group 34"/>
          <p:cNvGrpSpPr/>
          <p:nvPr userDrawn="1"/>
        </p:nvGrpSpPr>
        <p:grpSpPr bwMode="auto">
          <a:xfrm>
            <a:off x="250833" y="5003008"/>
            <a:ext cx="287338" cy="215504"/>
            <a:chOff x="3742" y="3113"/>
            <a:chExt cx="136" cy="136"/>
          </a:xfrm>
        </p:grpSpPr>
        <p:sp>
          <p:nvSpPr>
            <p:cNvPr id="19"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20"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21" name="Picture 3" descr="C:\Users\vivianting\Desktop\1234131.png"/>
          <p:cNvPicPr>
            <a:picLocks noChangeAspect="1" noChangeArrowheads="1"/>
          </p:cNvPicPr>
          <p:nvPr userDrawn="1"/>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fltVal val="0"/>
                                          </p:val>
                                        </p:tav>
                                        <p:tav tm="100000">
                                          <p:val>
                                            <p:strVal val="#ppt_w"/>
                                          </p:val>
                                        </p:tav>
                                      </p:tavLst>
                                    </p:anim>
                                    <p:anim calcmode="lin" valueType="num">
                                      <p:cBhvr>
                                        <p:cTn id="12" dur="1000" fill="hold"/>
                                        <p:tgtEl>
                                          <p:spTgt spid="6"/>
                                        </p:tgtEl>
                                        <p:attrNameLst>
                                          <p:attrName>ppt_h</p:attrName>
                                        </p:attrNameLst>
                                      </p:cBhvr>
                                      <p:tavLst>
                                        <p:tav tm="0">
                                          <p:val>
                                            <p:fltVal val="0"/>
                                          </p:val>
                                        </p:tav>
                                        <p:tav tm="100000">
                                          <p:val>
                                            <p:strVal val="#ppt_h"/>
                                          </p:val>
                                        </p:tav>
                                      </p:tavLst>
                                    </p:anim>
                                    <p:animEffect transition="in" filter="fade">
                                      <p:cBhvr>
                                        <p:cTn id="13" dur="1000"/>
                                        <p:tgtEl>
                                          <p:spTgt spid="6"/>
                                        </p:tgtEl>
                                      </p:cBhvr>
                                    </p:animEffect>
                                  </p:childTnLst>
                                </p:cTn>
                              </p:par>
                              <p:par>
                                <p:cTn id="14"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15" dur="3000" spd="-100000" fill="hold"/>
                                        <p:tgtEl>
                                          <p:spTgt spid="6"/>
                                        </p:tgtEl>
                                        <p:attrNameLst>
                                          <p:attrName>ppt_x</p:attrName>
                                          <p:attrName>ppt_y</p:attrName>
                                        </p:attrNameLst>
                                      </p:cBhvr>
                                      <p:rCtr x="-2147483648" y="-2147483648"/>
                                    </p:animMotion>
                                  </p:childTnLst>
                                </p:cTn>
                              </p:par>
                              <p:par>
                                <p:cTn id="16" presetID="26" presetClass="emph" presetSubtype="0" repeatCount="indefinite" fill="hold" nodeType="withEffect">
                                  <p:stCondLst>
                                    <p:cond delay="1200"/>
                                  </p:stCondLst>
                                  <p:childTnLst>
                                    <p:animEffect transition="out" filter="fade">
                                      <p:cBhvr>
                                        <p:cTn id="17" dur="1000" tmFilter="0, 0; .2, .5; .8, .5; 1, 0"/>
                                        <p:tgtEl>
                                          <p:spTgt spid="6"/>
                                        </p:tgtEl>
                                      </p:cBhvr>
                                    </p:animEffect>
                                    <p:animScale>
                                      <p:cBhvr>
                                        <p:cTn id="18" dur="500" autoRev="1" fill="hold"/>
                                        <p:tgtEl>
                                          <p:spTgt spid="6"/>
                                        </p:tgtEl>
                                      </p:cBhvr>
                                      <p:by x="105000" y="105000"/>
                                    </p:animScale>
                                  </p:childTnLst>
                                </p:cTn>
                              </p:par>
                              <p:par>
                                <p:cTn id="19" presetID="53" presetClass="entr" presetSubtype="16" fill="hold" nodeType="withEffect">
                                  <p:stCondLst>
                                    <p:cond delay="60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fltVal val="0"/>
                                          </p:val>
                                        </p:tav>
                                        <p:tav tm="100000">
                                          <p:val>
                                            <p:strVal val="#ppt_w"/>
                                          </p:val>
                                        </p:tav>
                                      </p:tavLst>
                                    </p:anim>
                                    <p:anim calcmode="lin" valueType="num">
                                      <p:cBhvr>
                                        <p:cTn id="22" dur="1000" fill="hold"/>
                                        <p:tgtEl>
                                          <p:spTgt spid="9"/>
                                        </p:tgtEl>
                                        <p:attrNameLst>
                                          <p:attrName>ppt_h</p:attrName>
                                        </p:attrNameLst>
                                      </p:cBhvr>
                                      <p:tavLst>
                                        <p:tav tm="0">
                                          <p:val>
                                            <p:fltVal val="0"/>
                                          </p:val>
                                        </p:tav>
                                        <p:tav tm="100000">
                                          <p:val>
                                            <p:strVal val="#ppt_h"/>
                                          </p:val>
                                        </p:tav>
                                      </p:tavLst>
                                    </p:anim>
                                    <p:animEffect transition="in" filter="fade">
                                      <p:cBhvr>
                                        <p:cTn id="23" dur="1000"/>
                                        <p:tgtEl>
                                          <p:spTgt spid="9"/>
                                        </p:tgtEl>
                                      </p:cBhvr>
                                    </p:animEffect>
                                  </p:childTnLst>
                                </p:cTn>
                              </p:par>
                              <p:par>
                                <p:cTn id="24"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25" dur="3000" fill="hold"/>
                                        <p:tgtEl>
                                          <p:spTgt spid="9"/>
                                        </p:tgtEl>
                                        <p:attrNameLst>
                                          <p:attrName>ppt_x</p:attrName>
                                          <p:attrName>ppt_y</p:attrName>
                                        </p:attrNameLst>
                                      </p:cBhvr>
                                      <p:rCtr x="-2147483648" y="-2147483648"/>
                                    </p:animMotion>
                                  </p:childTnLst>
                                </p:cTn>
                              </p:par>
                              <p:par>
                                <p:cTn id="26" presetID="26" presetClass="emph" presetSubtype="0" repeatCount="indefinite" fill="hold" nodeType="withEffect">
                                  <p:stCondLst>
                                    <p:cond delay="1700"/>
                                  </p:stCondLst>
                                  <p:childTnLst>
                                    <p:animEffect transition="out" filter="fade">
                                      <p:cBhvr>
                                        <p:cTn id="27" dur="1000" tmFilter="0, 0; .2, .5; .8, .5; 1, 0"/>
                                        <p:tgtEl>
                                          <p:spTgt spid="9"/>
                                        </p:tgtEl>
                                      </p:cBhvr>
                                    </p:animEffect>
                                    <p:animScale>
                                      <p:cBhvr>
                                        <p:cTn id="28" dur="500" autoRev="1" fill="hold"/>
                                        <p:tgtEl>
                                          <p:spTgt spid="9"/>
                                        </p:tgtEl>
                                      </p:cBhvr>
                                      <p:by x="105000" y="105000"/>
                                    </p:animScale>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500"/>
                            </p:stCondLst>
                            <p:childTnLst>
                              <p:par>
                                <p:cTn id="33" presetID="53" presetClass="entr" presetSubtype="16"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1000" fill="hold"/>
                                        <p:tgtEl>
                                          <p:spTgt spid="15"/>
                                        </p:tgtEl>
                                        <p:attrNameLst>
                                          <p:attrName>ppt_w</p:attrName>
                                        </p:attrNameLst>
                                      </p:cBhvr>
                                      <p:tavLst>
                                        <p:tav tm="0">
                                          <p:val>
                                            <p:fltVal val="0"/>
                                          </p:val>
                                        </p:tav>
                                        <p:tav tm="100000">
                                          <p:val>
                                            <p:strVal val="#ppt_w"/>
                                          </p:val>
                                        </p:tav>
                                      </p:tavLst>
                                    </p:anim>
                                    <p:anim calcmode="lin" valueType="num">
                                      <p:cBhvr>
                                        <p:cTn id="36" dur="1000" fill="hold"/>
                                        <p:tgtEl>
                                          <p:spTgt spid="15"/>
                                        </p:tgtEl>
                                        <p:attrNameLst>
                                          <p:attrName>ppt_h</p:attrName>
                                        </p:attrNameLst>
                                      </p:cBhvr>
                                      <p:tavLst>
                                        <p:tav tm="0">
                                          <p:val>
                                            <p:fltVal val="0"/>
                                          </p:val>
                                        </p:tav>
                                        <p:tav tm="100000">
                                          <p:val>
                                            <p:strVal val="#ppt_h"/>
                                          </p:val>
                                        </p:tav>
                                      </p:tavLst>
                                    </p:anim>
                                    <p:animEffect transition="in" filter="fade">
                                      <p:cBhvr>
                                        <p:cTn id="37" dur="1000"/>
                                        <p:tgtEl>
                                          <p:spTgt spid="15"/>
                                        </p:tgtEl>
                                      </p:cBhvr>
                                    </p:animEffect>
                                  </p:childTnLst>
                                </p:cTn>
                              </p:par>
                              <p:par>
                                <p:cTn id="38"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39" dur="3000" spd="-100000" fill="hold"/>
                                        <p:tgtEl>
                                          <p:spTgt spid="15"/>
                                        </p:tgtEl>
                                        <p:attrNameLst>
                                          <p:attrName>ppt_x</p:attrName>
                                          <p:attrName>ppt_y</p:attrName>
                                        </p:attrNameLst>
                                      </p:cBhvr>
                                      <p:rCtr x="-2147483648" y="-2147483648"/>
                                    </p:animMotion>
                                  </p:childTnLst>
                                </p:cTn>
                              </p:par>
                              <p:par>
                                <p:cTn id="40" presetID="26" presetClass="emph" presetSubtype="0" repeatCount="indefinite" fill="hold" nodeType="withEffect">
                                  <p:stCondLst>
                                    <p:cond delay="1200"/>
                                  </p:stCondLst>
                                  <p:childTnLst>
                                    <p:animEffect transition="out" filter="fade">
                                      <p:cBhvr>
                                        <p:cTn id="41" dur="1000" tmFilter="0, 0; .2, .5; .8, .5; 1, 0"/>
                                        <p:tgtEl>
                                          <p:spTgt spid="15"/>
                                        </p:tgtEl>
                                      </p:cBhvr>
                                    </p:animEffect>
                                    <p:animScale>
                                      <p:cBhvr>
                                        <p:cTn id="42" dur="500" autoRev="1" fill="hold"/>
                                        <p:tgtEl>
                                          <p:spTgt spid="15"/>
                                        </p:tgtEl>
                                      </p:cBhvr>
                                      <p:by x="105000" y="105000"/>
                                    </p:animScale>
                                  </p:childTnLst>
                                </p:cTn>
                              </p:par>
                              <p:par>
                                <p:cTn id="43" presetID="53" presetClass="entr" presetSubtype="16" fill="hold" nodeType="withEffect">
                                  <p:stCondLst>
                                    <p:cond delay="600"/>
                                  </p:stCondLst>
                                  <p:childTnLst>
                                    <p:set>
                                      <p:cBhvr>
                                        <p:cTn id="44" dur="1" fill="hold">
                                          <p:stCondLst>
                                            <p:cond delay="0"/>
                                          </p:stCondLst>
                                        </p:cTn>
                                        <p:tgtEl>
                                          <p:spTgt spid="18"/>
                                        </p:tgtEl>
                                        <p:attrNameLst>
                                          <p:attrName>style.visibility</p:attrName>
                                        </p:attrNameLst>
                                      </p:cBhvr>
                                      <p:to>
                                        <p:strVal val="visible"/>
                                      </p:to>
                                    </p:set>
                                    <p:anim calcmode="lin" valueType="num">
                                      <p:cBhvr>
                                        <p:cTn id="45" dur="1000" fill="hold"/>
                                        <p:tgtEl>
                                          <p:spTgt spid="18"/>
                                        </p:tgtEl>
                                        <p:attrNameLst>
                                          <p:attrName>ppt_w</p:attrName>
                                        </p:attrNameLst>
                                      </p:cBhvr>
                                      <p:tavLst>
                                        <p:tav tm="0">
                                          <p:val>
                                            <p:fltVal val="0"/>
                                          </p:val>
                                        </p:tav>
                                        <p:tav tm="100000">
                                          <p:val>
                                            <p:strVal val="#ppt_w"/>
                                          </p:val>
                                        </p:tav>
                                      </p:tavLst>
                                    </p:anim>
                                    <p:anim calcmode="lin" valueType="num">
                                      <p:cBhvr>
                                        <p:cTn id="46" dur="1000" fill="hold"/>
                                        <p:tgtEl>
                                          <p:spTgt spid="18"/>
                                        </p:tgtEl>
                                        <p:attrNameLst>
                                          <p:attrName>ppt_h</p:attrName>
                                        </p:attrNameLst>
                                      </p:cBhvr>
                                      <p:tavLst>
                                        <p:tav tm="0">
                                          <p:val>
                                            <p:fltVal val="0"/>
                                          </p:val>
                                        </p:tav>
                                        <p:tav tm="100000">
                                          <p:val>
                                            <p:strVal val="#ppt_h"/>
                                          </p:val>
                                        </p:tav>
                                      </p:tavLst>
                                    </p:anim>
                                    <p:animEffect transition="in" filter="fade">
                                      <p:cBhvr>
                                        <p:cTn id="47" dur="1000"/>
                                        <p:tgtEl>
                                          <p:spTgt spid="18"/>
                                        </p:tgtEl>
                                      </p:cBhvr>
                                    </p:animEffect>
                                  </p:childTnLst>
                                </p:cTn>
                              </p:par>
                              <p:par>
                                <p:cTn id="48"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49" dur="3000" fill="hold"/>
                                        <p:tgtEl>
                                          <p:spTgt spid="18"/>
                                        </p:tgtEl>
                                        <p:attrNameLst>
                                          <p:attrName>ppt_x</p:attrName>
                                          <p:attrName>ppt_y</p:attrName>
                                        </p:attrNameLst>
                                      </p:cBhvr>
                                      <p:rCtr x="-2147483648" y="-2147483648"/>
                                    </p:animMotion>
                                  </p:childTnLst>
                                </p:cTn>
                              </p:par>
                              <p:par>
                                <p:cTn id="50" presetID="26" presetClass="emph" presetSubtype="0" repeatCount="indefinite" fill="hold" nodeType="withEffect">
                                  <p:stCondLst>
                                    <p:cond delay="1700"/>
                                  </p:stCondLst>
                                  <p:childTnLst>
                                    <p:animEffect transition="out" filter="fade">
                                      <p:cBhvr>
                                        <p:cTn id="51" dur="1000" tmFilter="0, 0; .2, .5; .8, .5; 1, 0"/>
                                        <p:tgtEl>
                                          <p:spTgt spid="18"/>
                                        </p:tgtEl>
                                      </p:cBhvr>
                                    </p:animEffect>
                                    <p:animScale>
                                      <p:cBhvr>
                                        <p:cTn id="52" dur="50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5" name="灯片编号占位符 1"/>
          <p:cNvSpPr>
            <a:spLocks noGrp="1"/>
          </p:cNvSpPr>
          <p:nvPr>
            <p:ph type="sldNum" sz="quarter" idx="4"/>
          </p:nvPr>
        </p:nvSpPr>
        <p:spPr bwMode="auto">
          <a:xfrm>
            <a:off x="8676456" y="4876006"/>
            <a:ext cx="576000" cy="216000"/>
          </a:xfrm>
          <a:prstGeom prst="rect">
            <a:avLst/>
          </a:prstGeom>
          <a:ln>
            <a:miter lim="800000"/>
          </a:ln>
        </p:spPr>
        <p:txBody>
          <a:bodyPr/>
          <a:lstStyle>
            <a:lvl1pPr algn="ctr">
              <a:lnSpc>
                <a:spcPct val="100000"/>
              </a:lnSpc>
              <a:defRPr sz="1200" b="1"/>
            </a:lvl1pPr>
          </a:lstStyle>
          <a:p>
            <a:pPr fontAlgn="base">
              <a:spcBef>
                <a:spcPct val="0"/>
              </a:spcBef>
              <a:spcAft>
                <a:spcPct val="0"/>
              </a:spcAft>
              <a:defRPr/>
            </a:pPr>
            <a:fld id="{03FC912D-3FE9-4018-B22A-84E35E38B07C}" type="slidenum">
              <a:rPr lang="zh-CN" altLang="en-US" smtClean="0">
                <a:solidFill>
                  <a:srgbClr val="000000"/>
                </a:solidFill>
                <a:latin typeface="Arial" panose="020B0604020202020204"/>
                <a:sym typeface="Arial" panose="020B0604020202020204"/>
              </a:rPr>
            </a:fld>
            <a:endParaRPr lang="en-US" altLang="zh-CN" dirty="0">
              <a:solidFill>
                <a:srgbClr val="000000"/>
              </a:solidFill>
              <a:latin typeface="Arial" panose="020B0604020202020204"/>
              <a:sym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a:xfrm>
            <a:off x="457200" y="4767263"/>
            <a:ext cx="2133600" cy="273844"/>
          </a:xfrm>
          <a:prstGeom prst="rect">
            <a:avLst/>
          </a:prstGeom>
        </p:spPr>
        <p:txBody>
          <a:bodyPr/>
          <a:lstStyle>
            <a:lvl1pPr>
              <a:defRPr/>
            </a:lvl1pPr>
          </a:lstStyle>
          <a:p>
            <a:pPr>
              <a:defRPr/>
            </a:pPr>
            <a:endParaRPr lang="zh-CN" altLang="en-US"/>
          </a:p>
        </p:txBody>
      </p:sp>
      <p:sp>
        <p:nvSpPr>
          <p:cNvPr id="6" name="页脚占位符 4"/>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B99BA904-8023-4E74-B402-69BE6E786E5B}"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361044" y="4867275"/>
            <a:ext cx="2097335" cy="341710"/>
          </a:xfrm>
          <a:prstGeom prst="rect">
            <a:avLst/>
          </a:prstGeom>
        </p:spPr>
        <p:txBody>
          <a:bodyPr vert="horz" wrap="square" lIns="91440" tIns="45720" rIns="91440" bIns="45720" numCol="1" anchor="t" anchorCtr="0" compatLnSpc="1"/>
          <a:lstStyle>
            <a:lvl1pPr eaLnBrk="1" hangingPunct="1">
              <a:buClr>
                <a:srgbClr val="000000"/>
              </a:buClr>
              <a:defRPr smtClean="0">
                <a:solidFill>
                  <a:srgbClr val="000000"/>
                </a:solidFill>
              </a:defRPr>
            </a:lvl1pPr>
          </a:lstStyle>
          <a:p>
            <a:pPr>
              <a:defRPr/>
            </a:pPr>
            <a:r>
              <a:rPr lang="de-DE" altLang="zh-CN"/>
              <a:t>Page </a:t>
            </a:r>
            <a:fld id="{CE004961-6B15-4DB7-B690-E47A36F28254}" type="slidenum">
              <a:rPr lang="de-DE" altLang="zh-CN"/>
            </a:fld>
            <a:endParaRPr lang="en-GB"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2_标题幻灯片">
    <p:spTree>
      <p:nvGrpSpPr>
        <p:cNvPr id="1" name=""/>
        <p:cNvGrpSpPr/>
        <p:nvPr/>
      </p:nvGrpSpPr>
      <p:grpSpPr>
        <a:xfrm>
          <a:off x="0" y="0"/>
          <a:ext cx="0" cy="0"/>
          <a:chOff x="0" y="0"/>
          <a:chExt cx="0" cy="0"/>
        </a:xfrm>
      </p:grpSpPr>
      <p:pic>
        <p:nvPicPr>
          <p:cNvPr id="4" name="Picture 2055" descr="色条 拷贝"/>
          <p:cNvPicPr>
            <a:picLocks noChangeAspect="1" noChangeArrowheads="1"/>
          </p:cNvPicPr>
          <p:nvPr/>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5" name="Text Box 16"/>
          <p:cNvSpPr txBox="1">
            <a:spLocks noChangeArrowheads="1"/>
          </p:cNvSpPr>
          <p:nvPr/>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2" name="Group 31"/>
          <p:cNvGrpSpPr/>
          <p:nvPr/>
        </p:nvGrpSpPr>
        <p:grpSpPr bwMode="auto">
          <a:xfrm>
            <a:off x="560390" y="4786312"/>
            <a:ext cx="287337" cy="215504"/>
            <a:chOff x="3742" y="3113"/>
            <a:chExt cx="136" cy="136"/>
          </a:xfrm>
        </p:grpSpPr>
        <p:sp>
          <p:nvSpPr>
            <p:cNvPr id="7"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8"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3" name="Group 34"/>
          <p:cNvGrpSpPr/>
          <p:nvPr/>
        </p:nvGrpSpPr>
        <p:grpSpPr bwMode="auto">
          <a:xfrm>
            <a:off x="250833" y="5003008"/>
            <a:ext cx="287338" cy="215504"/>
            <a:chOff x="3742" y="3113"/>
            <a:chExt cx="136" cy="136"/>
          </a:xfrm>
        </p:grpSpPr>
        <p:sp>
          <p:nvSpPr>
            <p:cNvPr id="10"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1"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12" name="Picture 3" descr="C:\Users\vivianting\Desktop\1234131.png"/>
          <p:cNvPicPr>
            <a:picLocks noChangeAspect="1" noChangeArrowheads="1"/>
          </p:cNvPicPr>
          <p:nvPr/>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
        <p:nvSpPr>
          <p:cNvPr id="3074" name="Rectangle 2"/>
          <p:cNvSpPr>
            <a:spLocks noGrp="1" noChangeArrowheads="1"/>
          </p:cNvSpPr>
          <p:nvPr>
            <p:ph type="ctrTitle" hasCustomPrompt="1"/>
          </p:nvPr>
        </p:nvSpPr>
        <p:spPr>
          <a:xfrm>
            <a:off x="468321" y="1815666"/>
            <a:ext cx="8207375" cy="1512168"/>
          </a:xfrm>
        </p:spPr>
        <p:txBody>
          <a:bodyPr/>
          <a:lstStyle>
            <a:lvl1pPr marL="0" algn="ctr">
              <a:lnSpc>
                <a:spcPct val="150000"/>
              </a:lnSpc>
              <a:defRPr sz="4400" baseline="0">
                <a:solidFill>
                  <a:schemeClr val="bg1"/>
                </a:solidFill>
              </a:defRPr>
            </a:lvl1pPr>
          </a:lstStyle>
          <a:p>
            <a:r>
              <a:rPr lang="zh-CN" altLang="en-US" dirty="0"/>
              <a:t>主标题：雅黑</a:t>
            </a:r>
            <a:r>
              <a:rPr lang="en-US" altLang="zh-CN"/>
              <a:t>/44pt</a:t>
            </a:r>
            <a:endParaRPr lang="en-US" altLang="zh-CN" dirty="0"/>
          </a:p>
        </p:txBody>
      </p:sp>
      <p:pic>
        <p:nvPicPr>
          <p:cNvPr id="13" name="Picture 2055" descr="色条 拷贝"/>
          <p:cNvPicPr>
            <a:picLocks noChangeAspect="1" noChangeArrowheads="1"/>
          </p:cNvPicPr>
          <p:nvPr userDrawn="1"/>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14" name="Text Box 16"/>
          <p:cNvSpPr txBox="1">
            <a:spLocks noChangeArrowheads="1"/>
          </p:cNvSpPr>
          <p:nvPr userDrawn="1"/>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6" name="Group 31"/>
          <p:cNvGrpSpPr/>
          <p:nvPr userDrawn="1"/>
        </p:nvGrpSpPr>
        <p:grpSpPr bwMode="auto">
          <a:xfrm>
            <a:off x="560390" y="4786312"/>
            <a:ext cx="287337" cy="215504"/>
            <a:chOff x="3742" y="3113"/>
            <a:chExt cx="136" cy="136"/>
          </a:xfrm>
        </p:grpSpPr>
        <p:sp>
          <p:nvSpPr>
            <p:cNvPr id="16"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7"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9" name="Group 34"/>
          <p:cNvGrpSpPr/>
          <p:nvPr userDrawn="1"/>
        </p:nvGrpSpPr>
        <p:grpSpPr bwMode="auto">
          <a:xfrm>
            <a:off x="250833" y="5003008"/>
            <a:ext cx="287338" cy="215504"/>
            <a:chOff x="3742" y="3113"/>
            <a:chExt cx="136" cy="136"/>
          </a:xfrm>
        </p:grpSpPr>
        <p:sp>
          <p:nvSpPr>
            <p:cNvPr id="19"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20"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21" name="Picture 3" descr="C:\Users\vivianting\Desktop\1234131.png"/>
          <p:cNvPicPr>
            <a:picLocks noChangeAspect="1" noChangeArrowheads="1"/>
          </p:cNvPicPr>
          <p:nvPr userDrawn="1"/>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fltVal val="0"/>
                                          </p:val>
                                        </p:tav>
                                        <p:tav tm="100000">
                                          <p:val>
                                            <p:strVal val="#ppt_w"/>
                                          </p:val>
                                        </p:tav>
                                      </p:tavLst>
                                    </p:anim>
                                    <p:anim calcmode="lin" valueType="num">
                                      <p:cBhvr>
                                        <p:cTn id="12" dur="1000" fill="hold"/>
                                        <p:tgtEl>
                                          <p:spTgt spid="2"/>
                                        </p:tgtEl>
                                        <p:attrNameLst>
                                          <p:attrName>ppt_h</p:attrName>
                                        </p:attrNameLst>
                                      </p:cBhvr>
                                      <p:tavLst>
                                        <p:tav tm="0">
                                          <p:val>
                                            <p:fltVal val="0"/>
                                          </p:val>
                                        </p:tav>
                                        <p:tav tm="100000">
                                          <p:val>
                                            <p:strVal val="#ppt_h"/>
                                          </p:val>
                                        </p:tav>
                                      </p:tavLst>
                                    </p:anim>
                                    <p:animEffect transition="in" filter="fade">
                                      <p:cBhvr>
                                        <p:cTn id="13" dur="1000"/>
                                        <p:tgtEl>
                                          <p:spTgt spid="2"/>
                                        </p:tgtEl>
                                      </p:cBhvr>
                                    </p:animEffect>
                                  </p:childTnLst>
                                </p:cTn>
                              </p:par>
                              <p:par>
                                <p:cTn id="14"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15" dur="3000" spd="-100000" fill="hold"/>
                                        <p:tgtEl>
                                          <p:spTgt spid="2"/>
                                        </p:tgtEl>
                                        <p:attrNameLst>
                                          <p:attrName>ppt_x</p:attrName>
                                          <p:attrName>ppt_y</p:attrName>
                                        </p:attrNameLst>
                                      </p:cBhvr>
                                      <p:rCtr x="-2147483648" y="-2147483648"/>
                                    </p:animMotion>
                                  </p:childTnLst>
                                </p:cTn>
                              </p:par>
                              <p:par>
                                <p:cTn id="16" presetID="26" presetClass="emph" presetSubtype="0" repeatCount="indefinite" fill="hold" nodeType="withEffect">
                                  <p:stCondLst>
                                    <p:cond delay="1200"/>
                                  </p:stCondLst>
                                  <p:childTnLst>
                                    <p:animEffect transition="out" filter="fade">
                                      <p:cBhvr>
                                        <p:cTn id="17" dur="1000" tmFilter="0, 0; .2, .5; .8, .5; 1, 0"/>
                                        <p:tgtEl>
                                          <p:spTgt spid="2"/>
                                        </p:tgtEl>
                                      </p:cBhvr>
                                    </p:animEffect>
                                    <p:animScale>
                                      <p:cBhvr>
                                        <p:cTn id="18" dur="500" autoRev="1" fill="hold"/>
                                        <p:tgtEl>
                                          <p:spTgt spid="2"/>
                                        </p:tgtEl>
                                      </p:cBhvr>
                                      <p:by x="105000" y="105000"/>
                                    </p:animScale>
                                  </p:childTnLst>
                                </p:cTn>
                              </p:par>
                              <p:par>
                                <p:cTn id="19" presetID="53" presetClass="entr" presetSubtype="16" fill="hold" nodeType="withEffect">
                                  <p:stCondLst>
                                    <p:cond delay="600"/>
                                  </p:stCondLst>
                                  <p:childTnLst>
                                    <p:set>
                                      <p:cBhvr>
                                        <p:cTn id="20" dur="1" fill="hold">
                                          <p:stCondLst>
                                            <p:cond delay="0"/>
                                          </p:stCondLst>
                                        </p:cTn>
                                        <p:tgtEl>
                                          <p:spTgt spid="3"/>
                                        </p:tgtEl>
                                        <p:attrNameLst>
                                          <p:attrName>style.visibility</p:attrName>
                                        </p:attrNameLst>
                                      </p:cBhvr>
                                      <p:to>
                                        <p:strVal val="visible"/>
                                      </p:to>
                                    </p:set>
                                    <p:anim calcmode="lin" valueType="num">
                                      <p:cBhvr>
                                        <p:cTn id="21" dur="1000" fill="hold"/>
                                        <p:tgtEl>
                                          <p:spTgt spid="3"/>
                                        </p:tgtEl>
                                        <p:attrNameLst>
                                          <p:attrName>ppt_w</p:attrName>
                                        </p:attrNameLst>
                                      </p:cBhvr>
                                      <p:tavLst>
                                        <p:tav tm="0">
                                          <p:val>
                                            <p:fltVal val="0"/>
                                          </p:val>
                                        </p:tav>
                                        <p:tav tm="100000">
                                          <p:val>
                                            <p:strVal val="#ppt_w"/>
                                          </p:val>
                                        </p:tav>
                                      </p:tavLst>
                                    </p:anim>
                                    <p:anim calcmode="lin" valueType="num">
                                      <p:cBhvr>
                                        <p:cTn id="22" dur="1000" fill="hold"/>
                                        <p:tgtEl>
                                          <p:spTgt spid="3"/>
                                        </p:tgtEl>
                                        <p:attrNameLst>
                                          <p:attrName>ppt_h</p:attrName>
                                        </p:attrNameLst>
                                      </p:cBhvr>
                                      <p:tavLst>
                                        <p:tav tm="0">
                                          <p:val>
                                            <p:fltVal val="0"/>
                                          </p:val>
                                        </p:tav>
                                        <p:tav tm="100000">
                                          <p:val>
                                            <p:strVal val="#ppt_h"/>
                                          </p:val>
                                        </p:tav>
                                      </p:tavLst>
                                    </p:anim>
                                    <p:animEffect transition="in" filter="fade">
                                      <p:cBhvr>
                                        <p:cTn id="23" dur="1000"/>
                                        <p:tgtEl>
                                          <p:spTgt spid="3"/>
                                        </p:tgtEl>
                                      </p:cBhvr>
                                    </p:animEffect>
                                  </p:childTnLst>
                                </p:cTn>
                              </p:par>
                              <p:par>
                                <p:cTn id="24"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25" dur="3000" fill="hold"/>
                                        <p:tgtEl>
                                          <p:spTgt spid="3"/>
                                        </p:tgtEl>
                                        <p:attrNameLst>
                                          <p:attrName>ppt_x</p:attrName>
                                          <p:attrName>ppt_y</p:attrName>
                                        </p:attrNameLst>
                                      </p:cBhvr>
                                      <p:rCtr x="-2147483648" y="-2147483648"/>
                                    </p:animMotion>
                                  </p:childTnLst>
                                </p:cTn>
                              </p:par>
                              <p:par>
                                <p:cTn id="26" presetID="26" presetClass="emph" presetSubtype="0" repeatCount="indefinite" fill="hold" nodeType="withEffect">
                                  <p:stCondLst>
                                    <p:cond delay="1700"/>
                                  </p:stCondLst>
                                  <p:childTnLst>
                                    <p:animEffect transition="out" filter="fade">
                                      <p:cBhvr>
                                        <p:cTn id="27" dur="1000" tmFilter="0, 0; .2, .5; .8, .5; 1, 0"/>
                                        <p:tgtEl>
                                          <p:spTgt spid="3"/>
                                        </p:tgtEl>
                                      </p:cBhvr>
                                    </p:animEffect>
                                    <p:animScale>
                                      <p:cBhvr>
                                        <p:cTn id="28" dur="500" autoRev="1" fill="hold"/>
                                        <p:tgtEl>
                                          <p:spTgt spid="3"/>
                                        </p:tgtEl>
                                      </p:cBhvr>
                                      <p:by x="105000" y="105000"/>
                                    </p:animScale>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500"/>
                            </p:stCondLst>
                            <p:childTnLst>
                              <p:par>
                                <p:cTn id="33" presetID="53" presetClass="entr" presetSubtype="16"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Effect transition="in" filter="fade">
                                      <p:cBhvr>
                                        <p:cTn id="37" dur="1000"/>
                                        <p:tgtEl>
                                          <p:spTgt spid="6"/>
                                        </p:tgtEl>
                                      </p:cBhvr>
                                    </p:animEffect>
                                  </p:childTnLst>
                                </p:cTn>
                              </p:par>
                              <p:par>
                                <p:cTn id="38"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39" dur="3000" spd="-100000" fill="hold"/>
                                        <p:tgtEl>
                                          <p:spTgt spid="6"/>
                                        </p:tgtEl>
                                        <p:attrNameLst>
                                          <p:attrName>ppt_x</p:attrName>
                                          <p:attrName>ppt_y</p:attrName>
                                        </p:attrNameLst>
                                      </p:cBhvr>
                                      <p:rCtr x="-2147483648" y="-2147483648"/>
                                    </p:animMotion>
                                  </p:childTnLst>
                                </p:cTn>
                              </p:par>
                              <p:par>
                                <p:cTn id="40" presetID="26" presetClass="emph" presetSubtype="0" repeatCount="indefinite" fill="hold" nodeType="withEffect">
                                  <p:stCondLst>
                                    <p:cond delay="1200"/>
                                  </p:stCondLst>
                                  <p:childTnLst>
                                    <p:animEffect transition="out" filter="fade">
                                      <p:cBhvr>
                                        <p:cTn id="41" dur="1000" tmFilter="0, 0; .2, .5; .8, .5; 1, 0"/>
                                        <p:tgtEl>
                                          <p:spTgt spid="6"/>
                                        </p:tgtEl>
                                      </p:cBhvr>
                                    </p:animEffect>
                                    <p:animScale>
                                      <p:cBhvr>
                                        <p:cTn id="42" dur="500" autoRev="1" fill="hold"/>
                                        <p:tgtEl>
                                          <p:spTgt spid="6"/>
                                        </p:tgtEl>
                                      </p:cBhvr>
                                      <p:by x="105000" y="105000"/>
                                    </p:animScale>
                                  </p:childTnLst>
                                </p:cTn>
                              </p:par>
                              <p:par>
                                <p:cTn id="43" presetID="53" presetClass="entr" presetSubtype="16" fill="hold" nodeType="withEffect">
                                  <p:stCondLst>
                                    <p:cond delay="60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Effect transition="in" filter="fade">
                                      <p:cBhvr>
                                        <p:cTn id="47" dur="1000"/>
                                        <p:tgtEl>
                                          <p:spTgt spid="9"/>
                                        </p:tgtEl>
                                      </p:cBhvr>
                                    </p:animEffect>
                                  </p:childTnLst>
                                </p:cTn>
                              </p:par>
                              <p:par>
                                <p:cTn id="48"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49" dur="3000" fill="hold"/>
                                        <p:tgtEl>
                                          <p:spTgt spid="9"/>
                                        </p:tgtEl>
                                        <p:attrNameLst>
                                          <p:attrName>ppt_x</p:attrName>
                                          <p:attrName>ppt_y</p:attrName>
                                        </p:attrNameLst>
                                      </p:cBhvr>
                                      <p:rCtr x="-2147483648" y="-2147483648"/>
                                    </p:animMotion>
                                  </p:childTnLst>
                                </p:cTn>
                              </p:par>
                              <p:par>
                                <p:cTn id="50" presetID="26" presetClass="emph" presetSubtype="0" repeatCount="indefinite" fill="hold" nodeType="withEffect">
                                  <p:stCondLst>
                                    <p:cond delay="1700"/>
                                  </p:stCondLst>
                                  <p:childTnLst>
                                    <p:animEffect transition="out" filter="fade">
                                      <p:cBhvr>
                                        <p:cTn id="51" dur="1000" tmFilter="0, 0; .2, .5; .8, .5; 1, 0"/>
                                        <p:tgtEl>
                                          <p:spTgt spid="9"/>
                                        </p:tgtEl>
                                      </p:cBhvr>
                                    </p:animEffect>
                                    <p:animScale>
                                      <p:cBhvr>
                                        <p:cTn id="52" dur="50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graphicFrame>
        <p:nvGraphicFramePr>
          <p:cNvPr id="4" name="Object 640"/>
          <p:cNvGraphicFramePr>
            <a:graphicFrameLocks noChangeAspect="1"/>
          </p:cNvGraphicFramePr>
          <p:nvPr>
            <p:custDataLst>
              <p:tags r:id="rId2"/>
            </p:custDataLst>
          </p:nvPr>
        </p:nvGraphicFramePr>
        <p:xfrm>
          <a:off x="0" y="0"/>
          <a:ext cx="158750" cy="119063"/>
        </p:xfrm>
        <a:graphic>
          <a:graphicData uri="http://schemas.openxmlformats.org/presentationml/2006/ole">
            <mc:AlternateContent xmlns:mc="http://schemas.openxmlformats.org/markup-compatibility/2006">
              <mc:Choice xmlns:v="urn:schemas-microsoft-com:vml" Requires="v">
                <p:oleObj spid="_x0000_s1633" name="think-cell Slide" r:id="rId3" imgW="12700" imgH="12700" progId="">
                  <p:embed/>
                </p:oleObj>
              </mc:Choice>
              <mc:Fallback>
                <p:oleObj name="think-cell Slide" r:id="rId3" imgW="12700" imgH="12700" progId="">
                  <p:embed/>
                  <p:pic>
                    <p:nvPicPr>
                      <p:cNvPr id="0" name="图片 11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50" cy="119063"/>
                      </a:xfrm>
                      <a:prstGeom prst="rect">
                        <a:avLst/>
                      </a:prstGeom>
                      <a:noFill/>
                    </p:spPr>
                  </p:pic>
                </p:oleObj>
              </mc:Fallback>
            </mc:AlternateContent>
          </a:graphicData>
        </a:graphic>
      </p:graphicFrame>
      <p:sp>
        <p:nvSpPr>
          <p:cNvPr id="5" name="Text Box 12"/>
          <p:cNvSpPr txBox="1">
            <a:spLocks noChangeArrowheads="1"/>
          </p:cNvSpPr>
          <p:nvPr userDrawn="1">
            <p:custDataLst>
              <p:tags r:id="rId5"/>
            </p:custDataLst>
          </p:nvPr>
        </p:nvSpPr>
        <p:spPr bwMode="auto">
          <a:xfrm>
            <a:off x="2051050" y="195263"/>
            <a:ext cx="4826000" cy="507831"/>
          </a:xfrm>
          <a:prstGeom prst="rect">
            <a:avLst/>
          </a:prstGeom>
          <a:noFill/>
          <a:ln>
            <a:noFill/>
          </a:ln>
        </p:spPr>
        <p:txBody>
          <a:bodyPr>
            <a:spAutoFit/>
          </a:bodyPr>
          <a:lstStyle>
            <a:lvl1pPr>
              <a:defRPr sz="2000" b="1">
                <a:solidFill>
                  <a:schemeClr val="tx1"/>
                </a:solidFill>
                <a:latin typeface="楷体_GB2312" panose="02010609030101010101" pitchFamily="49" charset="-122"/>
                <a:ea typeface="楷体_GB2312" panose="02010609030101010101" pitchFamily="49" charset="-122"/>
              </a:defRPr>
            </a:lvl1pPr>
            <a:lvl2pPr marL="742950" indent="-285750">
              <a:defRPr sz="2000" b="1">
                <a:solidFill>
                  <a:schemeClr val="tx1"/>
                </a:solidFill>
                <a:latin typeface="楷体_GB2312" panose="02010609030101010101" pitchFamily="49" charset="-122"/>
                <a:ea typeface="楷体_GB2312" panose="02010609030101010101" pitchFamily="49" charset="-122"/>
              </a:defRPr>
            </a:lvl2pPr>
            <a:lvl3pPr marL="1143000" indent="-228600">
              <a:defRPr sz="2000" b="1">
                <a:solidFill>
                  <a:schemeClr val="tx1"/>
                </a:solidFill>
                <a:latin typeface="楷体_GB2312" panose="02010609030101010101" pitchFamily="49" charset="-122"/>
                <a:ea typeface="楷体_GB2312" panose="02010609030101010101" pitchFamily="49" charset="-122"/>
              </a:defRPr>
            </a:lvl3pPr>
            <a:lvl4pPr marL="1600200" indent="-228600">
              <a:defRPr sz="2000" b="1">
                <a:solidFill>
                  <a:schemeClr val="tx1"/>
                </a:solidFill>
                <a:latin typeface="楷体_GB2312" panose="02010609030101010101" pitchFamily="49" charset="-122"/>
                <a:ea typeface="楷体_GB2312" panose="02010609030101010101" pitchFamily="49" charset="-122"/>
              </a:defRPr>
            </a:lvl4pPr>
            <a:lvl5pPr marL="2057400" indent="-228600">
              <a:defRPr sz="2000" b="1">
                <a:solidFill>
                  <a:schemeClr val="tx1"/>
                </a:solidFill>
                <a:latin typeface="楷体_GB2312" panose="02010609030101010101" pitchFamily="49" charset="-122"/>
                <a:ea typeface="楷体_GB2312" panose="02010609030101010101" pitchFamily="49" charset="-122"/>
              </a:defRPr>
            </a:lvl5pPr>
            <a:lvl6pPr marL="25146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6pPr>
            <a:lvl7pPr marL="29718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7pPr>
            <a:lvl8pPr marL="34290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8pPr>
            <a:lvl9pPr marL="38862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9pPr>
          </a:lstStyle>
          <a:p>
            <a:pPr algn="ctr">
              <a:spcBef>
                <a:spcPct val="50000"/>
              </a:spcBef>
              <a:defRPr/>
            </a:pPr>
            <a:endParaRPr lang="zh-CN" altLang="en-US" sz="2700">
              <a:solidFill>
                <a:srgbClr val="000000"/>
              </a:solidFill>
              <a:latin typeface="Arial" panose="020B0604020202020204" pitchFamily="34" charset="0"/>
              <a:ea typeface="宋体" panose="02010600030101010101" pitchFamily="2" charset="-122"/>
            </a:endParaRPr>
          </a:p>
        </p:txBody>
      </p:sp>
      <p:cxnSp>
        <p:nvCxnSpPr>
          <p:cNvPr id="6" name="直接连接符 12"/>
          <p:cNvCxnSpPr>
            <a:cxnSpLocks noChangeShapeType="1"/>
          </p:cNvCxnSpPr>
          <p:nvPr userDrawn="1">
            <p:custDataLst>
              <p:tags r:id="rId6"/>
            </p:custDataLst>
          </p:nvPr>
        </p:nvCxnSpPr>
        <p:spPr bwMode="auto">
          <a:xfrm>
            <a:off x="0" y="716756"/>
            <a:ext cx="9144000" cy="0"/>
          </a:xfrm>
          <a:prstGeom prst="line">
            <a:avLst/>
          </a:prstGeom>
          <a:noFill/>
          <a:ln w="25400" algn="ctr">
            <a:solidFill>
              <a:schemeClr val="accent2"/>
            </a:solidFill>
            <a:round/>
          </a:ln>
          <a:effectLst>
            <a:outerShdw dist="20000" dir="5400000" rotWithShape="0">
              <a:srgbClr val="C0C0C0"/>
            </a:outerShdw>
          </a:effectLst>
        </p:spPr>
      </p:cxnSp>
      <p:pic>
        <p:nvPicPr>
          <p:cNvPr id="7" name="Picture 9"/>
          <p:cNvPicPr>
            <a:picLocks noChangeAspect="1" noChangeArrowheads="1"/>
          </p:cNvPicPr>
          <p:nvPr userDrawn="1">
            <p:custDataLst>
              <p:tags r:id="rId7"/>
            </p:custDataLst>
          </p:nvPr>
        </p:nvPicPr>
        <p:blipFill>
          <a:blip r:embed="rId8" cstate="print"/>
          <a:srcRect l="10513" t="10342" r="12415" b="6898"/>
          <a:stretch>
            <a:fillRect/>
          </a:stretch>
        </p:blipFill>
        <p:spPr bwMode="auto">
          <a:xfrm>
            <a:off x="7470775" y="39291"/>
            <a:ext cx="1379538" cy="752475"/>
          </a:xfrm>
          <a:prstGeom prst="rect">
            <a:avLst/>
          </a:prstGeom>
          <a:noFill/>
          <a:ln w="9525">
            <a:noFill/>
            <a:miter lim="800000"/>
            <a:headEnd/>
            <a:tailEnd/>
          </a:ln>
        </p:spPr>
      </p:pic>
      <p:graphicFrame>
        <p:nvGraphicFramePr>
          <p:cNvPr id="8" name="Object 3"/>
          <p:cNvGraphicFramePr>
            <a:graphicFrameLocks noChangeAspect="1"/>
          </p:cNvGraphicFramePr>
          <p:nvPr>
            <p:custDataLst>
              <p:tags r:id="rId9"/>
            </p:custDataLst>
          </p:nvPr>
        </p:nvGraphicFramePr>
        <p:xfrm>
          <a:off x="0" y="0"/>
          <a:ext cx="158750" cy="119063"/>
        </p:xfrm>
        <a:graphic>
          <a:graphicData uri="http://schemas.openxmlformats.org/presentationml/2006/ole">
            <mc:AlternateContent xmlns:mc="http://schemas.openxmlformats.org/markup-compatibility/2006">
              <mc:Choice xmlns:v="urn:schemas-microsoft-com:vml" Requires="v">
                <p:oleObj spid="_x0000_s1634" name="think-cell Slide" r:id="rId10" imgW="12700" imgH="12700" progId="">
                  <p:embed/>
                </p:oleObj>
              </mc:Choice>
              <mc:Fallback>
                <p:oleObj name="think-cell Slide" r:id="rId10" imgW="12700" imgH="12700" progId="">
                  <p:embed/>
                  <p:pic>
                    <p:nvPicPr>
                      <p:cNvPr id="0" name="图片 11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50" cy="119063"/>
                      </a:xfrm>
                      <a:prstGeom prst="rect">
                        <a:avLst/>
                      </a:prstGeom>
                      <a:noFill/>
                    </p:spPr>
                  </p:pic>
                </p:oleObj>
              </mc:Fallback>
            </mc:AlternateContent>
          </a:graphicData>
        </a:graphic>
      </p:graphicFrame>
      <p:sp>
        <p:nvSpPr>
          <p:cNvPr id="3" name="内容占位符 2"/>
          <p:cNvSpPr>
            <a:spLocks noGrp="1"/>
          </p:cNvSpPr>
          <p:nvPr>
            <p:ph idx="1"/>
          </p:nvPr>
        </p:nvSpPr>
        <p:spPr>
          <a:xfrm>
            <a:off x="457200" y="843558"/>
            <a:ext cx="8219256" cy="3834426"/>
          </a:xfrm>
          <a:prstGeom prst="rect">
            <a:avLst/>
          </a:prstGeom>
        </p:spPr>
        <p:txBody>
          <a:bodyPr/>
          <a:lstStyle>
            <a:lvl1pPr marL="257175" indent="-257175">
              <a:buClr>
                <a:srgbClr val="0033CC"/>
              </a:buClr>
              <a:buFont typeface="Wingdings" panose="05000000000000000000" pitchFamily="2" charset="2"/>
              <a:buChar char="p"/>
              <a:defRPr sz="1800" b="1">
                <a:latin typeface="微软雅黑" panose="020B0503020204020204" pitchFamily="34" charset="-122"/>
                <a:ea typeface="微软雅黑" panose="020B0503020204020204" pitchFamily="34" charset="-122"/>
              </a:defRPr>
            </a:lvl1pPr>
            <a:lvl2pPr marL="557530" indent="-214630">
              <a:buClr>
                <a:srgbClr val="0033CC"/>
              </a:buClr>
              <a:buFont typeface="Wingdings" panose="05000000000000000000" pitchFamily="2" charset="2"/>
              <a:buChar char="Ø"/>
              <a:defRPr sz="1800">
                <a:latin typeface="微软雅黑" panose="020B0503020204020204" pitchFamily="34" charset="-122"/>
                <a:ea typeface="微软雅黑" panose="020B0503020204020204" pitchFamily="34" charset="-122"/>
              </a:defRPr>
            </a:lvl2pPr>
            <a:lvl3pPr>
              <a:buClr>
                <a:srgbClr val="0033CC"/>
              </a:buCl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10"/>
            <p:custDataLst>
              <p:tags r:id="rId11"/>
            </p:custDataLst>
          </p:nvPr>
        </p:nvSpPr>
        <p:spPr>
          <a:xfrm>
            <a:off x="457200" y="4767263"/>
            <a:ext cx="2133600" cy="273844"/>
          </a:xfrm>
          <a:prstGeom prst="rect">
            <a:avLst/>
          </a:prstGeom>
        </p:spPr>
        <p:txBody>
          <a:bodyPr/>
          <a:lstStyle>
            <a:lvl1pPr>
              <a:defRPr/>
            </a:lvl1pPr>
          </a:lstStyle>
          <a:p>
            <a:pPr>
              <a:defRPr/>
            </a:pPr>
            <a:fld id="{3EE4CE28-F185-4530-BD9E-D2642623BE83}" type="datetime1">
              <a:rPr lang="zh-CN" altLang="en-US" smtClean="0"/>
            </a:fld>
            <a:endParaRPr lang="zh-CN" altLang="en-US"/>
          </a:p>
        </p:txBody>
      </p:sp>
      <p:sp>
        <p:nvSpPr>
          <p:cNvPr id="10" name="页脚占位符 4"/>
          <p:cNvSpPr>
            <a:spLocks noGrp="1"/>
          </p:cNvSpPr>
          <p:nvPr>
            <p:ph type="ftr" sz="quarter" idx="11"/>
            <p:custDataLst>
              <p:tags r:id="rId12"/>
            </p:custDataLst>
          </p:nvPr>
        </p:nvSpPr>
        <p:spPr>
          <a:xfrm>
            <a:off x="3124200" y="4767263"/>
            <a:ext cx="2895600" cy="273844"/>
          </a:xfrm>
          <a:prstGeom prst="rect">
            <a:avLst/>
          </a:prstGeom>
        </p:spPr>
        <p:txBody>
          <a:bodyPr/>
          <a:lstStyle>
            <a:lvl1pPr>
              <a:defRPr/>
            </a:lvl1pPr>
          </a:lstStyle>
          <a:p>
            <a:pPr>
              <a:defRPr/>
            </a:pPr>
            <a:endParaRPr lang="zh-CN" altLang="en-US"/>
          </a:p>
        </p:txBody>
      </p:sp>
      <p:sp>
        <p:nvSpPr>
          <p:cNvPr id="11" name="灯片编号占位符 5"/>
          <p:cNvSpPr>
            <a:spLocks noGrp="1"/>
          </p:cNvSpPr>
          <p:nvPr>
            <p:ph type="sldNum" sz="quarter" idx="12"/>
            <p:custDataLst>
              <p:tags r:id="rId13"/>
            </p:custDataLst>
          </p:nvPr>
        </p:nvSpPr>
        <p:spPr>
          <a:xfrm>
            <a:off x="8172450" y="4767262"/>
            <a:ext cx="514350" cy="376238"/>
          </a:xfrm>
          <a:prstGeom prst="rect">
            <a:avLst/>
          </a:prstGeom>
        </p:spPr>
        <p:txBody>
          <a:bodyPr/>
          <a:lstStyle>
            <a:lvl1pPr>
              <a:defRPr sz="1050"/>
            </a:lvl1pPr>
          </a:lstStyle>
          <a:p>
            <a:pPr>
              <a:defRPr/>
            </a:pPr>
            <a:fld id="{21E49756-AF47-4EC4-9128-0854449AE01B}" type="slidenum">
              <a:rPr/>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49" tIns="34289" rIns="68549"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41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9"/>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165" indent="0" algn="ctr">
              <a:buNone/>
              <a:defRPr sz="1400"/>
            </a:lvl3pPr>
            <a:lvl4pPr marL="1028065" indent="0" algn="ctr">
              <a:buNone/>
              <a:defRPr sz="1200"/>
            </a:lvl4pPr>
            <a:lvl5pPr marL="1370965" indent="0" algn="ctr">
              <a:buNone/>
              <a:defRPr sz="1200"/>
            </a:lvl5pPr>
            <a:lvl6pPr marL="1713865" indent="0" algn="ctr">
              <a:buNone/>
              <a:defRPr sz="1200"/>
            </a:lvl6pPr>
            <a:lvl7pPr marL="2056130"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49" tIns="34289" rIns="68549"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100" b="1" i="0" u="none" strike="noStrike" kern="1200" cap="none" spc="45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6A1A7E11-AB86-4EF8-AD04-B5367E5B968B}" type="slidenum">
              <a:rPr lang="zh-CN" altLang="en-US">
                <a:solidFill>
                  <a:prstClr val="black"/>
                </a:solidFill>
                <a:effectLst>
                  <a:outerShdw blurRad="38100" dist="19050" dir="2700000" algn="tl" rotWithShape="0">
                    <a:prstClr val="black">
                      <a:alpha val="40000"/>
                    </a:prstClr>
                  </a:outerShdw>
                </a:effectLst>
              </a:rPr>
            </a:fld>
            <a:endParaRPr lang="en-US" altLang="zh-CN" sz="1200" dirty="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6" name="矩形 9"/>
          <p:cNvSpPr>
            <a:spLocks noChangeArrowheads="1"/>
          </p:cNvSpPr>
          <p:nvPr/>
        </p:nvSpPr>
        <p:spPr bwMode="auto">
          <a:xfrm>
            <a:off x="0" y="0"/>
            <a:ext cx="9144000" cy="5143500"/>
          </a:xfrm>
          <a:prstGeom prst="rect">
            <a:avLst/>
          </a:prstGeom>
          <a:solidFill>
            <a:srgbClr val="FFFFFF"/>
          </a:solidFill>
          <a:ln w="25400" algn="ctr">
            <a:noFill/>
            <a:miter lim="800000"/>
          </a:ln>
        </p:spPr>
        <p:txBody>
          <a:bodyPr lIns="68550" tIns="34289" rIns="68550" bIns="34289" anchor="ctr"/>
          <a:lstStyle/>
          <a:p>
            <a:pPr algn="ctr" defTabSz="913765" fontAlgn="base">
              <a:spcBef>
                <a:spcPct val="0"/>
              </a:spcBef>
              <a:spcAft>
                <a:spcPct val="0"/>
              </a:spcAft>
            </a:pPr>
            <a:endParaRPr lang="zh-CN" altLang="en-US">
              <a:solidFill>
                <a:prstClr val="black"/>
              </a:solidFill>
              <a:latin typeface="Calibri" panose="020F0502020204030204" pitchFamily="34" charset="0"/>
              <a:ea typeface="宋体" panose="02010600030101010101" pitchFamily="2" charset="-122"/>
            </a:endParaRPr>
          </a:p>
        </p:txBody>
      </p:sp>
      <p:pic>
        <p:nvPicPr>
          <p:cNvPr id="7" name="Picture 2055" descr="色条 拷贝"/>
          <p:cNvPicPr>
            <a:picLocks noChangeAspect="1" noChangeArrowheads="1"/>
          </p:cNvPicPr>
          <p:nvPr/>
        </p:nvPicPr>
        <p:blipFill>
          <a:blip r:embed="rId2" cstate="print"/>
          <a:srcRect/>
          <a:stretch>
            <a:fillRect/>
          </a:stretch>
        </p:blipFill>
        <p:spPr bwMode="auto">
          <a:xfrm>
            <a:off x="3572" y="1153736"/>
            <a:ext cx="9144000" cy="2775347"/>
          </a:xfrm>
          <a:prstGeom prst="rect">
            <a:avLst/>
          </a:prstGeom>
          <a:noFill/>
          <a:ln w="9525">
            <a:noFill/>
            <a:miter lim="800000"/>
            <a:headEnd/>
            <a:tailEnd/>
          </a:ln>
        </p:spPr>
      </p:pic>
      <p:pic>
        <p:nvPicPr>
          <p:cNvPr id="8" name="图片 11"/>
          <p:cNvPicPr>
            <a:picLocks noChangeAspect="1"/>
          </p:cNvPicPr>
          <p:nvPr/>
        </p:nvPicPr>
        <p:blipFill>
          <a:blip r:embed="rId3" cstate="print"/>
          <a:srcRect/>
          <a:stretch>
            <a:fillRect/>
          </a:stretch>
        </p:blipFill>
        <p:spPr bwMode="auto">
          <a:xfrm>
            <a:off x="7323555" y="236955"/>
            <a:ext cx="1058465" cy="728663"/>
          </a:xfrm>
          <a:prstGeom prst="rect">
            <a:avLst/>
          </a:prstGeom>
          <a:noFill/>
          <a:ln w="9525">
            <a:noFill/>
            <a:miter lim="800000"/>
            <a:headEnd/>
            <a:tailEnd/>
          </a:ln>
        </p:spPr>
      </p:pic>
      <p:sp>
        <p:nvSpPr>
          <p:cNvPr id="2" name="Title 1"/>
          <p:cNvSpPr>
            <a:spLocks noGrp="1"/>
          </p:cNvSpPr>
          <p:nvPr>
            <p:ph type="ctrTitle"/>
          </p:nvPr>
        </p:nvSpPr>
        <p:spPr>
          <a:xfrm>
            <a:off x="587157" y="1631831"/>
            <a:ext cx="7969684" cy="1834749"/>
          </a:xfrm>
        </p:spPr>
        <p:txBody>
          <a:bodyP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8"/>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165" indent="0" algn="ctr">
              <a:buNone/>
              <a:defRPr sz="1400"/>
            </a:lvl3pPr>
            <a:lvl4pPr marL="1028065" indent="0" algn="ctr">
              <a:buNone/>
              <a:defRPr sz="1200"/>
            </a:lvl4pPr>
            <a:lvl5pPr marL="1370965" indent="0" algn="ctr">
              <a:buNone/>
              <a:defRPr sz="1200"/>
            </a:lvl5pPr>
            <a:lvl6pPr marL="1713865" indent="0" algn="ctr">
              <a:buNone/>
              <a:defRPr sz="1200"/>
            </a:lvl6pPr>
            <a:lvl7pPr marL="2056130"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w="19050">
            <a:solidFill>
              <a:srgbClr val="C00000"/>
            </a:solidFill>
            <a:prstDash val="solid"/>
          </a:ln>
        </p:spPr>
        <p:txBody>
          <a:bodyPr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Slide Number Placeholder 5"/>
          <p:cNvSpPr>
            <a:spLocks noGrp="1"/>
          </p:cNvSpPr>
          <p:nvPr>
            <p:ph type="sldNum" sz="quarter" idx="10"/>
          </p:nvPr>
        </p:nvSpPr>
        <p:spPr/>
        <p:txBody>
          <a:bodyPr/>
          <a:lstStyle>
            <a:lvl1pPr>
              <a:defRPr/>
            </a:lvl1pPr>
          </a:lstStyle>
          <a:p>
            <a:fld id="{A2A06A51-409C-462E-BACA-E7C2CF944C08}"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Slide Number Placeholder 5"/>
          <p:cNvSpPr>
            <a:spLocks noGrp="1"/>
          </p:cNvSpPr>
          <p:nvPr>
            <p:ph type="sldNum" sz="quarter" idx="10"/>
          </p:nvPr>
        </p:nvSpPr>
        <p:spPr/>
        <p:txBody>
          <a:bodyPr/>
          <a:lstStyle>
            <a:lvl1pPr>
              <a:defRPr/>
            </a:lvl1pPr>
          </a:lstStyle>
          <a:p>
            <a:fld id="{A615720F-1F4D-4EF7-B339-987B8A99C0F5}"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4" name="Slide Number Placeholder 5"/>
          <p:cNvSpPr>
            <a:spLocks noGrp="1"/>
          </p:cNvSpPr>
          <p:nvPr>
            <p:ph type="sldNum" sz="quarter" idx="12"/>
          </p:nvPr>
        </p:nvSpPr>
        <p:spPr/>
        <p:txBody>
          <a:bodyPr/>
          <a:lstStyle>
            <a:lvl1pPr>
              <a:defRPr/>
            </a:lvl1pPr>
          </a:lstStyle>
          <a:p>
            <a:fld id="{742EBE0D-361B-4676-8BFD-A6D441EAD83F}"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Slide Number Placeholder 5"/>
          <p:cNvSpPr>
            <a:spLocks noGrp="1"/>
          </p:cNvSpPr>
          <p:nvPr>
            <p:ph type="sldNum" sz="quarter" idx="12"/>
          </p:nvPr>
        </p:nvSpPr>
        <p:spPr/>
        <p:txBody>
          <a:bodyPr/>
          <a:lstStyle>
            <a:lvl1pPr>
              <a:defRPr/>
            </a:lvl1pPr>
          </a:lstStyle>
          <a:p>
            <a:fld id="{60F08CEE-9FE5-4891-BDB7-12E9CD515CAE}"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lIns="68550" tIns="34289" rIns="68550"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6615" indent="0">
              <a:buNone/>
              <a:defRPr lang="zh-CN" altLang="en-US" sz="1100" dirty="0" smtClean="0"/>
            </a:lvl3pPr>
            <a:lvl4pPr marL="1199515"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
        <p:nvSpPr>
          <p:cNvPr id="4" name="Slide Number Placeholder 5"/>
          <p:cNvSpPr>
            <a:spLocks noGrp="1"/>
          </p:cNvSpPr>
          <p:nvPr>
            <p:ph type="sldNum" sz="quarter" idx="10"/>
          </p:nvPr>
        </p:nvSpPr>
        <p:spPr/>
        <p:txBody>
          <a:bodyPr/>
          <a:lstStyle>
            <a:lvl1pPr>
              <a:defRPr/>
            </a:lvl1pPr>
          </a:lstStyle>
          <a:p>
            <a:fld id="{DF6F8E2F-12CD-491A-B4AF-2A9011B84EBE}"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3" name="矩形 9"/>
          <p:cNvSpPr>
            <a:spLocks noChangeArrowheads="1"/>
          </p:cNvSpPr>
          <p:nvPr/>
        </p:nvSpPr>
        <p:spPr bwMode="auto">
          <a:xfrm>
            <a:off x="0" y="0"/>
            <a:ext cx="9144000" cy="5143500"/>
          </a:xfrm>
          <a:prstGeom prst="rect">
            <a:avLst/>
          </a:prstGeom>
          <a:solidFill>
            <a:srgbClr val="FFFFFF"/>
          </a:solidFill>
          <a:ln w="25400" algn="ctr">
            <a:noFill/>
            <a:miter lim="800000"/>
          </a:ln>
        </p:spPr>
        <p:txBody>
          <a:bodyPr lIns="68550" tIns="34289" rIns="68550" bIns="34289" anchor="ctr"/>
          <a:lstStyle/>
          <a:p>
            <a:pPr algn="ctr" defTabSz="913765" fontAlgn="base">
              <a:spcBef>
                <a:spcPct val="0"/>
              </a:spcBef>
              <a:spcAft>
                <a:spcPct val="0"/>
              </a:spcAft>
            </a:pPr>
            <a:endParaRPr lang="zh-CN" altLang="en-US">
              <a:solidFill>
                <a:srgbClr val="FFFFFF"/>
              </a:solidFill>
              <a:latin typeface="Calibri" panose="020F0502020204030204" pitchFamily="34" charset="0"/>
              <a:ea typeface="宋体" panose="02010600030101010101" pitchFamily="2" charset="-122"/>
            </a:endParaRPr>
          </a:p>
        </p:txBody>
      </p:sp>
      <p:pic>
        <p:nvPicPr>
          <p:cNvPr id="4" name="Picture 2055" descr="色条 拷贝"/>
          <p:cNvPicPr>
            <a:picLocks noChangeAspect="1" noChangeArrowheads="1"/>
          </p:cNvPicPr>
          <p:nvPr/>
        </p:nvPicPr>
        <p:blipFill>
          <a:blip r:embed="rId2" cstate="print"/>
          <a:srcRect/>
          <a:stretch>
            <a:fillRect/>
          </a:stretch>
        </p:blipFill>
        <p:spPr bwMode="auto">
          <a:xfrm>
            <a:off x="3572" y="1153736"/>
            <a:ext cx="9144000" cy="2775347"/>
          </a:xfrm>
          <a:prstGeom prst="rect">
            <a:avLst/>
          </a:prstGeom>
          <a:noFill/>
          <a:ln w="9525">
            <a:noFill/>
            <a:miter lim="800000"/>
            <a:headEnd/>
            <a:tailEnd/>
          </a:ln>
        </p:spPr>
      </p:pic>
      <p:pic>
        <p:nvPicPr>
          <p:cNvPr id="5" name="图片 11"/>
          <p:cNvPicPr>
            <a:picLocks noChangeAspect="1"/>
          </p:cNvPicPr>
          <p:nvPr/>
        </p:nvPicPr>
        <p:blipFill>
          <a:blip r:embed="rId3" cstate="print"/>
          <a:srcRect/>
          <a:stretch>
            <a:fillRect/>
          </a:stretch>
        </p:blipFill>
        <p:spPr bwMode="auto">
          <a:xfrm>
            <a:off x="7323555" y="236955"/>
            <a:ext cx="1058465" cy="728663"/>
          </a:xfrm>
          <a:prstGeom prst="rect">
            <a:avLst/>
          </a:prstGeom>
          <a:noFill/>
          <a:ln w="9525">
            <a:noFill/>
            <a:miter lim="800000"/>
            <a:headEnd/>
            <a:tailEnd/>
          </a:ln>
        </p:spPr>
      </p:pic>
      <p:sp>
        <p:nvSpPr>
          <p:cNvPr id="2" name="Title 1"/>
          <p:cNvSpPr>
            <a:spLocks noGrp="1"/>
          </p:cNvSpPr>
          <p:nvPr>
            <p:ph type="ctrTitle"/>
          </p:nvPr>
        </p:nvSpPr>
        <p:spPr>
          <a:xfrm>
            <a:off x="685800" y="1722417"/>
            <a:ext cx="7772400" cy="1698671"/>
          </a:xfrm>
        </p:spPr>
        <p:txBody>
          <a:bodyP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F2AD77D3-FD6F-44B9-9B25-712E42D7F3A1}" type="slidenum">
              <a:rPr lang="zh-CN" altLang="en-US">
                <a:solidFill>
                  <a:prstClr val="black"/>
                </a:solidFill>
              </a:rPr>
            </a:fld>
            <a:endParaRPr lang="en-US" altLang="zh-CN" sz="900" dirty="0">
              <a:solidFill>
                <a:srgbClr val="000000"/>
              </a:solidFill>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DD327EA1-0976-4DB8-9CA3-ACA67DE72930}" type="slidenum">
              <a:rPr lang="zh-CN" altLang="en-US">
                <a:solidFill>
                  <a:prstClr val="black"/>
                </a:solidFill>
              </a:rPr>
            </a:fld>
            <a:endParaRPr lang="en-US" altLang="zh-CN" sz="900" dirty="0">
              <a:solidFill>
                <a:srgbClr val="000000"/>
              </a:solidFill>
              <a:sym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3" y="107951"/>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517" y="4839891"/>
            <a:ext cx="395288" cy="216694"/>
          </a:xfrm>
        </p:spPr>
        <p:txBody>
          <a:bodyPr/>
          <a:lstStyle>
            <a:lvl1pPr>
              <a:defRPr/>
            </a:lvl1pPr>
          </a:lstStyle>
          <a:p>
            <a:fld id="{73A858D8-3B47-4A37-944E-E7FFFB0C3890}" type="slidenum">
              <a:rPr lang="zh-CN" altLang="en-US">
                <a:solidFill>
                  <a:prstClr val="black"/>
                </a:solidFill>
              </a:rPr>
            </a:fld>
            <a:endParaRPr lang="en-US" altLang="zh-CN" sz="900" dirty="0">
              <a:solidFill>
                <a:srgbClr val="000000"/>
              </a:solidFill>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3" tIns="34289" rIns="68553"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6"/>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065" indent="0" algn="ctr">
              <a:buNone/>
              <a:defRPr sz="1200"/>
            </a:lvl4pPr>
            <a:lvl5pPr marL="1370965" indent="0" algn="ctr">
              <a:buNone/>
              <a:defRPr sz="1200"/>
            </a:lvl5pPr>
            <a:lvl6pPr marL="1713865" indent="0" algn="ctr">
              <a:buNone/>
              <a:defRPr sz="1200"/>
            </a:lvl6pPr>
            <a:lvl7pPr marL="2056765"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vert="horz" lIns="68553" tIns="34289" rIns="68553"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6615" indent="0">
              <a:buNone/>
              <a:defRPr lang="zh-CN" altLang="en-US" sz="1100" dirty="0" smtClean="0"/>
            </a:lvl3pPr>
            <a:lvl4pPr marL="1199515"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3" tIns="34289" rIns="68553"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065" indent="0" algn="ctr">
              <a:buNone/>
              <a:defRPr sz="1200"/>
            </a:lvl4pPr>
            <a:lvl5pPr marL="1370965" indent="0" algn="ctr">
              <a:buNone/>
              <a:defRPr sz="1200"/>
            </a:lvl5pPr>
            <a:lvl6pPr marL="1713865" indent="0" algn="ctr">
              <a:buNone/>
              <a:defRPr sz="1200"/>
            </a:lvl6pPr>
            <a:lvl7pPr marL="2056765"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28650" y="4767264"/>
            <a:ext cx="2057400" cy="273844"/>
          </a:xfrm>
          <a:prstGeom prst="rect">
            <a:avLst/>
          </a:prstGeom>
        </p:spPr>
        <p:txBody>
          <a:bodyPr lIns="68553" tIns="34289" rIns="68553" bIns="34289"/>
          <a:lstStyle/>
          <a:p>
            <a:pPr defTabSz="685165"/>
            <a:endParaRPr lang="zh-CN" altLang="en-US" sz="1400">
              <a:solidFill>
                <a:prstClr val="black"/>
              </a:solidFill>
            </a:endParaRPr>
          </a:p>
        </p:txBody>
      </p:sp>
      <p:sp>
        <p:nvSpPr>
          <p:cNvPr id="5" name="页脚占位符 4"/>
          <p:cNvSpPr>
            <a:spLocks noGrp="1"/>
          </p:cNvSpPr>
          <p:nvPr>
            <p:ph type="ftr" sz="quarter" idx="11"/>
          </p:nvPr>
        </p:nvSpPr>
        <p:spPr>
          <a:xfrm>
            <a:off x="3028950" y="4767264"/>
            <a:ext cx="3086100" cy="273844"/>
          </a:xfrm>
          <a:prstGeom prst="rect">
            <a:avLst/>
          </a:prstGeom>
        </p:spPr>
        <p:txBody>
          <a:bodyPr lIns="68553" tIns="34289" rIns="68553" bIns="34289"/>
          <a:lstStyle/>
          <a:p>
            <a:pPr defTabSz="685165"/>
            <a:endParaRPr lang="zh-CN" altLang="en-US" sz="1400">
              <a:solidFill>
                <a:prstClr val="black"/>
              </a:solidFill>
            </a:endParaRPr>
          </a:p>
        </p:txBody>
      </p:sp>
      <p:sp>
        <p:nvSpPr>
          <p:cNvPr id="6" name="灯片编号占位符 5"/>
          <p:cNvSpPr>
            <a:spLocks noGrp="1"/>
          </p:cNvSpPr>
          <p:nvPr>
            <p:ph type="sldNum" sz="quarter" idx="12"/>
          </p:nvPr>
        </p:nvSpPr>
        <p:spPr/>
        <p:txBody>
          <a:bodyPr/>
          <a:lstStyle/>
          <a:p>
            <a:fld id="{AC4A6413-A0AF-428F-8A4A-CA79C7D3BEAC}"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6" tIns="34289" rIns="68556"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4"/>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065" indent="0" algn="ctr">
              <a:buNone/>
              <a:defRPr sz="1200"/>
            </a:lvl4pPr>
            <a:lvl5pPr marL="1370965" indent="0" algn="ctr">
              <a:buNone/>
              <a:defRPr sz="1200"/>
            </a:lvl5pPr>
            <a:lvl6pPr marL="1713865" indent="0" algn="ctr">
              <a:buNone/>
              <a:defRPr sz="1200"/>
            </a:lvl6pPr>
            <a:lvl7pPr marL="2056765"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vert="horz" lIns="68556" tIns="34289" rIns="68556"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6615" indent="0">
              <a:buNone/>
              <a:defRPr lang="zh-CN" altLang="en-US" sz="1100" dirty="0" smtClean="0"/>
            </a:lvl3pPr>
            <a:lvl4pPr marL="1199515"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6" tIns="34289" rIns="68556"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4" tIns="34289" rIns="68564"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69"/>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0965" indent="0" algn="ctr">
              <a:buNone/>
              <a:defRPr sz="1200"/>
            </a:lvl5pPr>
            <a:lvl6pPr marL="1713865"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4" tIns="34289" rIns="68564"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AD61316-D4EC-40CD-A887-1107DFCABD60}" type="slidenum">
              <a:rPr lang="zh-CN" altLang="en-US">
                <a:solidFill>
                  <a:prstClr val="black"/>
                </a:solidFill>
                <a:effectLst>
                  <a:outerShdw blurRad="38100" dist="19050" dir="2700000" algn="tl" rotWithShape="0">
                    <a:prstClr val="black">
                      <a:alpha val="40000"/>
                    </a:prstClr>
                  </a:outerShdw>
                </a:effectLst>
              </a:rPr>
            </a:fld>
            <a:endParaRPr lang="en-US" altLang="zh-CN" sz="1200" dirty="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内容">
    <p:spTree>
      <p:nvGrpSpPr>
        <p:cNvPr id="1" name=""/>
        <p:cNvGrpSpPr/>
        <p:nvPr/>
      </p:nvGrpSpPr>
      <p:grpSpPr>
        <a:xfrm>
          <a:off x="0" y="0"/>
          <a:ext cx="0" cy="0"/>
          <a:chOff x="0" y="0"/>
          <a:chExt cx="0" cy="0"/>
        </a:xfrm>
      </p:grpSpPr>
      <p:sp>
        <p:nvSpPr>
          <p:cNvPr id="4" name="Rectangle 8"/>
          <p:cNvSpPr>
            <a:spLocks noChangeArrowheads="1"/>
          </p:cNvSpPr>
          <p:nvPr/>
        </p:nvSpPr>
        <p:spPr bwMode="auto">
          <a:xfrm>
            <a:off x="9236075" y="2539992"/>
            <a:ext cx="1360488" cy="1271602"/>
          </a:xfrm>
          <a:prstGeom prst="rect">
            <a:avLst/>
          </a:prstGeom>
          <a:noFill/>
          <a:ln w="9525">
            <a:noFill/>
            <a:miter lim="800000"/>
          </a:ln>
        </p:spPr>
        <p:txBody>
          <a:bodyPr lIns="93414" tIns="46711" rIns="93414" bIns="46711" anchor="b" anchorCtr="1">
            <a:spAutoFit/>
          </a:bodyPr>
          <a:lstStyle/>
          <a:p>
            <a:pPr defTabSz="934085" fontAlgn="base">
              <a:spcBef>
                <a:spcPct val="0"/>
              </a:spcBef>
              <a:spcAft>
                <a:spcPct val="0"/>
              </a:spcAft>
              <a:defRPr/>
            </a:pPr>
            <a:r>
              <a:rPr lang="en-US" sz="900" noProof="1">
                <a:solidFill>
                  <a:prstClr val="white"/>
                </a:solidFill>
                <a:latin typeface="Heiti SC Light" charset="-122"/>
                <a:ea typeface="Heiti SC Light" charset="-122"/>
                <a:cs typeface="Heiti SC Light" charset="-122"/>
              </a:rPr>
              <a:t>T</a:t>
            </a:r>
            <a:r>
              <a:rPr lang="en-US" altLang="zh-CN" sz="900" noProof="1">
                <a:solidFill>
                  <a:prstClr val="white"/>
                </a:solidFill>
                <a:latin typeface="Heiti SC Light" charset="-122"/>
                <a:ea typeface="Heiti SC Light" charset="-122"/>
                <a:cs typeface="Heiti SC Light" charset="-122"/>
              </a:rPr>
              <a:t>itle:</a:t>
            </a:r>
            <a:endParaRPr lang="en-US" altLang="ja-JP" sz="9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altLang="zh-CN" sz="800" noProof="1">
                <a:solidFill>
                  <a:prstClr val="white"/>
                </a:solidFill>
                <a:latin typeface="Heiti SC Light" charset="-122"/>
                <a:ea typeface="Heiti SC Light" charset="-122"/>
                <a:cs typeface="Heiti SC Light" charset="-122"/>
              </a:rPr>
              <a:t>Type</a:t>
            </a:r>
            <a:r>
              <a:rPr lang="en-US" altLang="ja-JP" sz="800" noProof="1">
                <a:solidFill>
                  <a:prstClr val="white"/>
                </a:solidFill>
                <a:latin typeface="Heiti SC Light" charset="-122"/>
                <a:ea typeface="Heiti SC Light" charset="-122"/>
                <a:cs typeface="Heiti SC Light" charset="-122"/>
              </a:rPr>
              <a:t>: </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24-</a:t>
            </a:r>
            <a:r>
              <a:rPr lang="en-US" altLang="zh-CN" sz="800" noProof="1">
                <a:solidFill>
                  <a:prstClr val="white"/>
                </a:solidFill>
                <a:latin typeface="Heiti SC Light" charset="-122"/>
                <a:ea typeface="Heiti SC Light" charset="-122"/>
                <a:cs typeface="Heiti SC Light" charset="-122"/>
              </a:rPr>
              <a:t>pt</a:t>
            </a:r>
            <a:endParaRPr lang="en-US" altLang="ja-JP"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a:t>
            </a:r>
            <a:r>
              <a:rPr lang="en-US" altLang="zh-CN" sz="800" noProof="1">
                <a:solidFill>
                  <a:prstClr val="white"/>
                </a:solidFill>
                <a:latin typeface="Heiti SC Light" charset="-122"/>
                <a:ea typeface="Heiti SC Light" charset="-122"/>
                <a:cs typeface="Heiti SC Light" charset="-122"/>
              </a:rPr>
              <a:t>olor</a:t>
            </a: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he ZTE blue</a:t>
            </a:r>
            <a:r>
              <a:rPr lang="en-US" altLang="ja-JP" sz="800" noProof="1">
                <a:solidFill>
                  <a:prstClr val="white"/>
                </a:solidFill>
                <a:latin typeface="Heiti SC Light" charset="-122"/>
                <a:ea typeface="Heiti SC Light" charset="-122"/>
                <a:cs typeface="Heiti SC Light" charset="-122"/>
              </a:rPr>
              <a:t> </a:t>
            </a:r>
            <a:endParaRPr lang="en-US" altLang="ja-JP"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endParaRPr lang="en-US" altLang="zh-CN" sz="9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altLang="zh-CN" sz="900" noProof="1">
                <a:solidFill>
                  <a:prstClr val="white"/>
                </a:solidFill>
                <a:latin typeface="Heiti SC Light" charset="-122"/>
                <a:ea typeface="Heiti SC Light" charset="-122"/>
                <a:cs typeface="Heiti SC Light" charset="-122"/>
              </a:rPr>
              <a:t>Subtitle:</a:t>
            </a:r>
            <a:endParaRPr lang="en-US" altLang="ja-JP" sz="9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ype</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18pt</a:t>
            </a:r>
            <a:endParaRPr lang="en-US" altLang="ja-JP"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Color: The </a:t>
            </a:r>
            <a:r>
              <a:rPr lang="en-US" altLang="zh-CN" sz="800" noProof="1">
                <a:solidFill>
                  <a:prstClr val="white"/>
                </a:solidFill>
                <a:latin typeface="Heiti SC Light" charset="-122"/>
                <a:ea typeface="Heiti SC Light" charset="-122"/>
                <a:cs typeface="Heiti SC Light" charset="-122"/>
              </a:rPr>
              <a:t>ZTE green</a:t>
            </a:r>
            <a:endParaRPr lang="en-US" altLang="ja-JP" sz="800" noProof="1">
              <a:solidFill>
                <a:prstClr val="white"/>
              </a:solidFill>
              <a:latin typeface="Heiti SC Light" charset="-122"/>
              <a:ea typeface="Heiti SC Light" charset="-122"/>
              <a:cs typeface="Heiti SC Light" charset="-122"/>
            </a:endParaRPr>
          </a:p>
        </p:txBody>
      </p:sp>
      <p:grpSp>
        <p:nvGrpSpPr>
          <p:cNvPr id="5" name="组 5"/>
          <p:cNvGrpSpPr/>
          <p:nvPr/>
        </p:nvGrpSpPr>
        <p:grpSpPr bwMode="auto">
          <a:xfrm>
            <a:off x="9364664" y="3851276"/>
            <a:ext cx="1392237" cy="989013"/>
            <a:chOff x="9286278" y="1725515"/>
            <a:chExt cx="1392554" cy="989008"/>
          </a:xfrm>
        </p:grpSpPr>
        <p:grpSp>
          <p:nvGrpSpPr>
            <p:cNvPr id="6" name="组 6"/>
            <p:cNvGrpSpPr/>
            <p:nvPr/>
          </p:nvGrpSpPr>
          <p:grpSpPr bwMode="auto">
            <a:xfrm>
              <a:off x="9286278" y="1725515"/>
              <a:ext cx="935250" cy="253999"/>
              <a:chOff x="9286278" y="1725515"/>
              <a:chExt cx="935250" cy="253999"/>
            </a:xfrm>
          </p:grpSpPr>
          <p:sp>
            <p:nvSpPr>
              <p:cNvPr id="13"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5" name="文本框 19"/>
              <p:cNvSpPr txBox="1">
                <a:spLocks noChangeArrowheads="1"/>
              </p:cNvSpPr>
              <p:nvPr/>
            </p:nvSpPr>
            <p:spPr bwMode="auto">
              <a:xfrm>
                <a:off x="9503815" y="1757265"/>
                <a:ext cx="717713"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dirty="0">
                    <a:solidFill>
                      <a:prstClr val="white"/>
                    </a:solidFill>
                    <a:latin typeface="Times" panose="00000500000000020000" pitchFamily="18" charset="0"/>
                    <a:cs typeface="Times" panose="00000500000000020000" pitchFamily="18" charset="0"/>
                  </a:rPr>
                  <a:t>G143, B212</a:t>
                </a:r>
                <a:endParaRPr kumimoji="1" lang="zh-CN" altLang="en-US" sz="700" i="1">
                  <a:solidFill>
                    <a:prstClr val="white"/>
                  </a:solidFill>
                  <a:latin typeface="Times" panose="00000500000000020000" pitchFamily="18" charset="0"/>
                  <a:cs typeface="Times" panose="00000500000000020000" pitchFamily="18" charset="0"/>
                </a:endParaRPr>
              </a:p>
            </p:txBody>
          </p:sp>
        </p:grpSp>
        <p:grpSp>
          <p:nvGrpSpPr>
            <p:cNvPr id="7" name="组 9"/>
            <p:cNvGrpSpPr/>
            <p:nvPr/>
          </p:nvGrpSpPr>
          <p:grpSpPr bwMode="auto">
            <a:xfrm>
              <a:off x="9286278" y="2098576"/>
              <a:ext cx="1198835" cy="253999"/>
              <a:chOff x="9286278" y="2098576"/>
              <a:chExt cx="1198835" cy="253999"/>
            </a:xfrm>
          </p:grpSpPr>
          <p:sp>
            <p:nvSpPr>
              <p:cNvPr id="11"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2" name="文本框 15"/>
              <p:cNvSpPr txBox="1">
                <a:spLocks noChangeArrowheads="1"/>
              </p:cNvSpPr>
              <p:nvPr/>
            </p:nvSpPr>
            <p:spPr bwMode="auto">
              <a:xfrm>
                <a:off x="9503815" y="2130326"/>
                <a:ext cx="981298"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dirty="0">
                    <a:solidFill>
                      <a:prstClr val="white"/>
                    </a:solidFill>
                    <a:latin typeface="Times" panose="00000500000000020000" pitchFamily="18" charset="0"/>
                    <a:cs typeface="Times" panose="00000500000000020000" pitchFamily="18" charset="0"/>
                  </a:rPr>
                  <a:t>R140,G198, B62</a:t>
                </a:r>
                <a:endParaRPr kumimoji="1" lang="zh-CN" altLang="en-US" sz="700" i="1">
                  <a:solidFill>
                    <a:prstClr val="white"/>
                  </a:solidFill>
                  <a:latin typeface="Times" panose="00000500000000020000" pitchFamily="18" charset="0"/>
                  <a:cs typeface="Times" panose="00000500000000020000" pitchFamily="18"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0" name="文本框 12"/>
            <p:cNvSpPr txBox="1">
              <a:spLocks noChangeArrowheads="1"/>
            </p:cNvSpPr>
            <p:nvPr/>
          </p:nvSpPr>
          <p:spPr bwMode="auto">
            <a:xfrm>
              <a:off x="9503815" y="2490686"/>
              <a:ext cx="1175017"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dirty="0">
                  <a:solidFill>
                    <a:prstClr val="white"/>
                  </a:solidFill>
                  <a:latin typeface="Times" panose="00000500000000020000" pitchFamily="18" charset="0"/>
                  <a:cs typeface="Times" panose="00000500000000020000" pitchFamily="18" charset="0"/>
                </a:rPr>
                <a:t>R90,G203, B245</a:t>
              </a:r>
              <a:endParaRPr kumimoji="1" lang="zh-CN" altLang="en-US" sz="700" i="1">
                <a:solidFill>
                  <a:prstClr val="white"/>
                </a:solidFill>
                <a:latin typeface="Times" panose="00000500000000020000" pitchFamily="18" charset="0"/>
                <a:cs typeface="Times" panose="00000500000000020000" pitchFamily="18" charset="0"/>
              </a:endParaRPr>
            </a:p>
          </p:txBody>
        </p:sp>
      </p:grpSp>
      <p:pic>
        <p:nvPicPr>
          <p:cNvPr id="16" name="Picture 15" descr="ZTE_ppt_design_0202-06.jpg"/>
          <p:cNvPicPr>
            <a:picLocks noChangeAspect="1"/>
          </p:cNvPicPr>
          <p:nvPr/>
        </p:nvPicPr>
        <p:blipFill>
          <a:blip r:embed="rId2"/>
          <a:srcRect/>
          <a:stretch>
            <a:fillRect/>
          </a:stretch>
        </p:blipFill>
        <p:spPr bwMode="auto">
          <a:xfrm>
            <a:off x="0" y="4779967"/>
            <a:ext cx="9144000" cy="387350"/>
          </a:xfrm>
          <a:prstGeom prst="rect">
            <a:avLst/>
          </a:prstGeom>
          <a:noFill/>
          <a:ln w="9525">
            <a:noFill/>
            <a:miter lim="800000"/>
            <a:headEnd/>
            <a:tailEnd/>
          </a:ln>
        </p:spPr>
      </p:pic>
      <p:sp>
        <p:nvSpPr>
          <p:cNvPr id="17" name="TextBox 16"/>
          <p:cNvSpPr txBox="1">
            <a:spLocks noChangeArrowheads="1"/>
          </p:cNvSpPr>
          <p:nvPr/>
        </p:nvSpPr>
        <p:spPr bwMode="auto">
          <a:xfrm>
            <a:off x="4271963" y="4914902"/>
            <a:ext cx="2190750" cy="169863"/>
          </a:xfrm>
          <a:prstGeom prst="rect">
            <a:avLst/>
          </a:prstGeom>
          <a:noFill/>
          <a:ln w="9525">
            <a:noFill/>
            <a:miter lim="800000"/>
          </a:ln>
        </p:spPr>
        <p:txBody>
          <a:bodyPr lIns="0" tIns="0" rIns="0" bIns="0"/>
          <a:lstStyle/>
          <a:p>
            <a:pPr defTabSz="456565" fontAlgn="base">
              <a:spcBef>
                <a:spcPct val="0"/>
              </a:spcBef>
              <a:spcAft>
                <a:spcPct val="0"/>
              </a:spcAft>
              <a:defRPr/>
            </a:pP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ZTEsoft</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Technology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Co.,Ltd</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All rights reserved</a:t>
            </a:r>
            <a:endPar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endParaRPr>
          </a:p>
        </p:txBody>
      </p:sp>
      <p:sp>
        <p:nvSpPr>
          <p:cNvPr id="18" name="Slide Number Placeholder 5"/>
          <p:cNvSpPr>
            <a:spLocks noGrp="1"/>
          </p:cNvSpPr>
          <p:nvPr/>
        </p:nvSpPr>
        <p:spPr bwMode="auto">
          <a:xfrm>
            <a:off x="238125" y="4849829"/>
            <a:ext cx="419100" cy="365125"/>
          </a:xfrm>
          <a:prstGeom prst="rect">
            <a:avLst/>
          </a:prstGeom>
          <a:noFill/>
          <a:ln w="9525">
            <a:noFill/>
            <a:miter lim="800000"/>
          </a:ln>
        </p:spPr>
        <p:txBody>
          <a:bodyPr lIns="91412" tIns="45706" rIns="91412" bIns="45706" anchor="ctr"/>
          <a:lstStyle/>
          <a:p>
            <a:pPr defTabSz="456565" fontAlgn="base">
              <a:spcBef>
                <a:spcPct val="0"/>
              </a:spcBef>
              <a:spcAft>
                <a:spcPct val="0"/>
              </a:spcAft>
              <a:defRPr/>
            </a:pPr>
            <a:fld id="{909ED34E-68CD-4CBA-8768-968FC3B27E4C}" type="slidenum">
              <a:rPr lang="en-US" sz="800">
                <a:solidFill>
                  <a:srgbClr val="404040"/>
                </a:solidFill>
                <a:latin typeface="微软雅黑" panose="020B0503020204020204" pitchFamily="34" charset="-122"/>
                <a:cs typeface="Arial" panose="020B0604020202020204" pitchFamily="34" charset="0"/>
              </a:rPr>
            </a:fld>
            <a:endParaRPr lang="en-US" sz="800">
              <a:solidFill>
                <a:srgbClr val="404040"/>
              </a:solidFill>
              <a:latin typeface="微软雅黑" panose="020B0503020204020204" pitchFamily="34" charset="-122"/>
              <a:cs typeface="Arial" panose="020B0604020202020204" pitchFamily="34" charset="0"/>
            </a:endParaRPr>
          </a:p>
        </p:txBody>
      </p:sp>
      <p:sp>
        <p:nvSpPr>
          <p:cNvPr id="9" name="文本占位符 2"/>
          <p:cNvSpPr>
            <a:spLocks noGrp="1"/>
          </p:cNvSpPr>
          <p:nvPr>
            <p:ph idx="1"/>
          </p:nvPr>
        </p:nvSpPr>
        <p:spPr>
          <a:xfrm>
            <a:off x="336139" y="1270088"/>
            <a:ext cx="8513762" cy="3346879"/>
          </a:xfrm>
          <a:prstGeom prst="rect">
            <a:avLst/>
          </a:prstGeom>
        </p:spPr>
        <p:txBody>
          <a:bodyPr rtlCol="0">
            <a:noAutofit/>
          </a:bodyPr>
          <a:lstStyle>
            <a:lvl1pPr>
              <a:defRPr kumimoji="1" lang="zh-CN" altLang="en-US" sz="1800" dirty="0" smtClean="0">
                <a:solidFill>
                  <a:schemeClr val="tx1">
                    <a:lumMod val="75000"/>
                    <a:lumOff val="25000"/>
                  </a:schemeClr>
                </a:solidFill>
              </a:defRPr>
            </a:lvl1pPr>
            <a:lvl2pPr>
              <a:defRPr kumimoji="1" lang="zh-CN" altLang="en-US" sz="1400" b="0" i="0" kern="1200" dirty="0" smtClean="0">
                <a:solidFill>
                  <a:srgbClr val="404040"/>
                </a:solidFill>
                <a:latin typeface="+mn-lt"/>
                <a:ea typeface="微软雅黑" panose="020B0503020204020204" pitchFamily="34" charset="-122"/>
                <a:cs typeface="+mn-cs"/>
              </a:defRPr>
            </a:lvl2pPr>
          </a:lstStyle>
          <a:p>
            <a:pPr lvl="0"/>
            <a:r>
              <a:rPr lang="zh-CN" altLang="en-US"/>
              <a:t>单击此处编辑母版文本样式</a:t>
            </a:r>
            <a:endParaRPr lang="zh-CN" altLang="en-US"/>
          </a:p>
          <a:p>
            <a:pPr lvl="1"/>
            <a:r>
              <a:rPr lang="zh-CN" altLang="en-US"/>
              <a:t>二级</a:t>
            </a:r>
            <a:endParaRPr lang="zh-CN" altLang="en-US"/>
          </a:p>
        </p:txBody>
      </p:sp>
      <p:sp>
        <p:nvSpPr>
          <p:cNvPr id="14" name="标题 13"/>
          <p:cNvSpPr>
            <a:spLocks noGrp="1"/>
          </p:cNvSpPr>
          <p:nvPr>
            <p:ph type="title"/>
          </p:nvPr>
        </p:nvSpPr>
        <p:spPr>
          <a:xfrm>
            <a:off x="336139" y="411143"/>
            <a:ext cx="8513762" cy="723727"/>
          </a:xfrm>
        </p:spPr>
        <p:txBody>
          <a:bodyPr rtlCol="0">
            <a:noAutofit/>
          </a:bodyPr>
          <a:lstStyle>
            <a:lvl1pPr>
              <a:defRPr lang="zh-CN" altLang="en-US" dirty="0">
                <a:solidFill>
                  <a:srgbClr val="008FD4"/>
                </a:solidFill>
              </a:defRPr>
            </a:lvl1pPr>
          </a:lstStyle>
          <a:p>
            <a:pPr lvl="0"/>
            <a:r>
              <a:rPr lang="zh-CN" altLang="en-US"/>
              <a:t>单击此处编辑母版标题样式</a:t>
            </a:r>
            <a:endParaRPr lang="zh-CN" altLang="en-US" dirty="0"/>
          </a:p>
        </p:txBody>
      </p:sp>
      <p:grpSp>
        <p:nvGrpSpPr>
          <p:cNvPr id="20" name="组合 19"/>
          <p:cNvGrpSpPr/>
          <p:nvPr userDrawn="1"/>
        </p:nvGrpSpPr>
        <p:grpSpPr>
          <a:xfrm>
            <a:off x="8179326" y="4779963"/>
            <a:ext cx="796950" cy="304800"/>
            <a:chOff x="8150751" y="6475330"/>
            <a:chExt cx="796950" cy="304800"/>
          </a:xfrm>
        </p:grpSpPr>
        <p:sp>
          <p:nvSpPr>
            <p:cNvPr id="21" name="矩形 20"/>
            <p:cNvSpPr/>
            <p:nvPr userDrawn="1"/>
          </p:nvSpPr>
          <p:spPr>
            <a:xfrm>
              <a:off x="8269283" y="6475330"/>
              <a:ext cx="581030" cy="304800"/>
            </a:xfrm>
            <a:prstGeom prst="rect">
              <a:avLst/>
            </a:prstGeom>
            <a:ln>
              <a:noFill/>
            </a:ln>
            <a:effectLst/>
          </p:spPr>
          <p:style>
            <a:lnRef idx="1">
              <a:schemeClr val="accent1"/>
            </a:lnRef>
            <a:fillRef idx="1001">
              <a:schemeClr val="lt1"/>
            </a:fillRef>
            <a:effectRef idx="2">
              <a:schemeClr val="accent1"/>
            </a:effectRef>
            <a:fontRef idx="minor">
              <a:schemeClr val="lt1"/>
            </a:fontRef>
          </p:style>
          <p:txBody>
            <a:bodyPr rtlCol="0" anchor="ctr"/>
            <a:lstStyle/>
            <a:p>
              <a:pPr algn="ctr" defTabSz="456565" fontAlgn="base">
                <a:spcBef>
                  <a:spcPct val="0"/>
                </a:spcBef>
                <a:spcAft>
                  <a:spcPct val="0"/>
                </a:spcAft>
              </a:pPr>
              <a:endParaRPr lang="zh-CN" altLang="en-US" sz="1400">
                <a:solidFill>
                  <a:prstClr val="white"/>
                </a:solidFill>
              </a:endParaRPr>
            </a:p>
          </p:txBody>
        </p:sp>
        <p:pic>
          <p:nvPicPr>
            <p:cNvPr id="22" name="图片 21" descr="ZTEsoft_Logo.png"/>
            <p:cNvPicPr>
              <a:picLocks noChangeAspect="1"/>
            </p:cNvPicPr>
            <p:nvPr userDrawn="1"/>
          </p:nvPicPr>
          <p:blipFill>
            <a:blip r:embed="rId3" cstate="print"/>
            <a:stretch>
              <a:fillRect/>
            </a:stretch>
          </p:blipFill>
          <p:spPr>
            <a:xfrm>
              <a:off x="8150751" y="6540190"/>
              <a:ext cx="796950" cy="210232"/>
            </a:xfrm>
            <a:prstGeom prst="rect">
              <a:avLst/>
            </a:prstGeom>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0" tIns="34289" rIns="68570"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65"/>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0" tIns="34289" rIns="68570"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AD61316-D4EC-40CD-A887-1107DFCABD60}"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_内容">
    <p:spTree>
      <p:nvGrpSpPr>
        <p:cNvPr id="1" name=""/>
        <p:cNvGrpSpPr/>
        <p:nvPr/>
      </p:nvGrpSpPr>
      <p:grpSpPr>
        <a:xfrm>
          <a:off x="0" y="0"/>
          <a:ext cx="0" cy="0"/>
          <a:chOff x="0" y="0"/>
          <a:chExt cx="0" cy="0"/>
        </a:xfrm>
      </p:grpSpPr>
      <p:sp>
        <p:nvSpPr>
          <p:cNvPr id="4" name="Rectangle 8"/>
          <p:cNvSpPr>
            <a:spLocks noChangeArrowheads="1"/>
          </p:cNvSpPr>
          <p:nvPr/>
        </p:nvSpPr>
        <p:spPr bwMode="auto">
          <a:xfrm>
            <a:off x="9236075" y="2539992"/>
            <a:ext cx="1360488" cy="1271602"/>
          </a:xfrm>
          <a:prstGeom prst="rect">
            <a:avLst/>
          </a:prstGeom>
          <a:noFill/>
          <a:ln w="9525">
            <a:noFill/>
            <a:miter lim="800000"/>
          </a:ln>
        </p:spPr>
        <p:txBody>
          <a:bodyPr lIns="93422" tIns="46715" rIns="93422" bIns="46715" anchor="b" anchorCtr="1">
            <a:spAutoFit/>
          </a:bodyPr>
          <a:lstStyle/>
          <a:p>
            <a:pPr defTabSz="934720" fontAlgn="base">
              <a:spcBef>
                <a:spcPct val="0"/>
              </a:spcBef>
              <a:spcAft>
                <a:spcPct val="0"/>
              </a:spcAft>
              <a:defRPr/>
            </a:pPr>
            <a:r>
              <a:rPr lang="en-US" sz="900" noProof="1">
                <a:solidFill>
                  <a:prstClr val="white"/>
                </a:solidFill>
                <a:latin typeface="Heiti SC Light" charset="-122"/>
                <a:ea typeface="Heiti SC Light" charset="-122"/>
                <a:cs typeface="Heiti SC Light" charset="-122"/>
              </a:rPr>
              <a:t>T</a:t>
            </a:r>
            <a:r>
              <a:rPr lang="en-US" altLang="zh-CN" sz="900" noProof="1">
                <a:solidFill>
                  <a:prstClr val="white"/>
                </a:solidFill>
                <a:latin typeface="Heiti SC Light" charset="-122"/>
                <a:ea typeface="Heiti SC Light" charset="-122"/>
                <a:cs typeface="Heiti SC Light" charset="-122"/>
              </a:rPr>
              <a: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800" noProof="1">
                <a:solidFill>
                  <a:prstClr val="white"/>
                </a:solidFill>
                <a:latin typeface="Heiti SC Light" charset="-122"/>
                <a:ea typeface="Heiti SC Light" charset="-122"/>
                <a:cs typeface="Heiti SC Light" charset="-122"/>
              </a:rPr>
              <a:t>Type</a:t>
            </a:r>
            <a:r>
              <a:rPr lang="en-US" altLang="ja-JP" sz="800" noProof="1">
                <a:solidFill>
                  <a:prstClr val="white"/>
                </a:solidFill>
                <a:latin typeface="Heiti SC Light" charset="-122"/>
                <a:ea typeface="Heiti SC Light" charset="-122"/>
                <a:cs typeface="Heiti SC Light" charset="-122"/>
              </a:rPr>
              <a:t>: </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24-</a:t>
            </a:r>
            <a:r>
              <a:rPr lang="en-US" altLang="zh-CN" sz="800" noProof="1">
                <a:solidFill>
                  <a:prstClr val="white"/>
                </a:solidFill>
                <a:latin typeface="Heiti SC Light" charset="-122"/>
                <a:ea typeface="Heiti SC Light" charset="-122"/>
                <a:cs typeface="Heiti SC Light" charset="-122"/>
              </a:rPr>
              <a:t>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a:t>
            </a:r>
            <a:r>
              <a:rPr lang="en-US" altLang="zh-CN" sz="800" noProof="1">
                <a:solidFill>
                  <a:prstClr val="white"/>
                </a:solidFill>
                <a:latin typeface="Heiti SC Light" charset="-122"/>
                <a:ea typeface="Heiti SC Light" charset="-122"/>
                <a:cs typeface="Heiti SC Light" charset="-122"/>
              </a:rPr>
              <a:t>olor</a:t>
            </a: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he ZTE blue</a:t>
            </a:r>
            <a:r>
              <a:rPr lang="en-US" altLang="ja-JP" sz="800" noProof="1">
                <a:solidFill>
                  <a:prstClr val="white"/>
                </a:solidFill>
                <a:latin typeface="Heiti SC Light" charset="-122"/>
                <a:ea typeface="Heiti SC Light" charset="-122"/>
                <a:cs typeface="Heiti SC Light" charset="-122"/>
              </a:rPr>
              <a:t> </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endParaRPr lang="en-US" altLang="zh-CN"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900" noProof="1">
                <a:solidFill>
                  <a:prstClr val="white"/>
                </a:solidFill>
                <a:latin typeface="Heiti SC Light" charset="-122"/>
                <a:ea typeface="Heiti SC Light" charset="-122"/>
                <a:cs typeface="Heiti SC Light" charset="-122"/>
              </a:rPr>
              <a:t>Subtitle: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ype</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18pt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Color: The </a:t>
            </a:r>
            <a:r>
              <a:rPr lang="en-US" altLang="zh-CN" sz="800" noProof="1">
                <a:solidFill>
                  <a:prstClr val="white"/>
                </a:solidFill>
                <a:latin typeface="Heiti SC Light" charset="-122"/>
                <a:ea typeface="Heiti SC Light" charset="-122"/>
                <a:cs typeface="Heiti SC Light" charset="-122"/>
              </a:rPr>
              <a:t>ZTE green</a:t>
            </a:r>
            <a:endParaRPr lang="en-US" altLang="ja-JP" sz="800" noProof="1">
              <a:solidFill>
                <a:prstClr val="white"/>
              </a:solidFill>
              <a:latin typeface="Heiti SC Light" charset="-122"/>
              <a:ea typeface="Heiti SC Light" charset="-122"/>
              <a:cs typeface="Heiti SC Light" charset="-122"/>
            </a:endParaRPr>
          </a:p>
        </p:txBody>
      </p:sp>
      <p:grpSp>
        <p:nvGrpSpPr>
          <p:cNvPr id="5" name="组 5"/>
          <p:cNvGrpSpPr/>
          <p:nvPr/>
        </p:nvGrpSpPr>
        <p:grpSpPr bwMode="auto">
          <a:xfrm>
            <a:off x="9364664" y="3851276"/>
            <a:ext cx="1392237" cy="989013"/>
            <a:chOff x="9286278" y="1725515"/>
            <a:chExt cx="1392554" cy="989008"/>
          </a:xfrm>
        </p:grpSpPr>
        <p:grpSp>
          <p:nvGrpSpPr>
            <p:cNvPr id="6" name="组 6"/>
            <p:cNvGrpSpPr/>
            <p:nvPr/>
          </p:nvGrpSpPr>
          <p:grpSpPr bwMode="auto">
            <a:xfrm>
              <a:off x="9286278" y="1725515"/>
              <a:ext cx="935250" cy="253999"/>
              <a:chOff x="9286278" y="1725515"/>
              <a:chExt cx="935250" cy="253999"/>
            </a:xfrm>
          </p:grpSpPr>
          <p:sp>
            <p:nvSpPr>
              <p:cNvPr id="13"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5" name="文本框 19"/>
              <p:cNvSpPr txBox="1">
                <a:spLocks noChangeArrowheads="1"/>
              </p:cNvSpPr>
              <p:nvPr/>
            </p:nvSpPr>
            <p:spPr bwMode="auto">
              <a:xfrm>
                <a:off x="9503815" y="1757265"/>
                <a:ext cx="717713"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G143, B212</a:t>
                </a:r>
                <a:endParaRPr kumimoji="1" lang="zh-CN" altLang="en-US" sz="700" i="1">
                  <a:solidFill>
                    <a:prstClr val="white"/>
                  </a:solidFill>
                  <a:latin typeface="Times" panose="00000500000000020000" pitchFamily="18" charset="0"/>
                  <a:cs typeface="Times" panose="00000500000000020000" pitchFamily="18" charset="0"/>
                </a:endParaRPr>
              </a:p>
            </p:txBody>
          </p:sp>
        </p:grpSp>
        <p:grpSp>
          <p:nvGrpSpPr>
            <p:cNvPr id="7" name="组 9"/>
            <p:cNvGrpSpPr/>
            <p:nvPr/>
          </p:nvGrpSpPr>
          <p:grpSpPr bwMode="auto">
            <a:xfrm>
              <a:off x="9286278" y="2098576"/>
              <a:ext cx="1198835" cy="253999"/>
              <a:chOff x="9286278" y="2098576"/>
              <a:chExt cx="1198835" cy="253999"/>
            </a:xfrm>
          </p:grpSpPr>
          <p:sp>
            <p:nvSpPr>
              <p:cNvPr id="11"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2" name="文本框 15"/>
              <p:cNvSpPr txBox="1">
                <a:spLocks noChangeArrowheads="1"/>
              </p:cNvSpPr>
              <p:nvPr/>
            </p:nvSpPr>
            <p:spPr bwMode="auto">
              <a:xfrm>
                <a:off x="9503815" y="2130326"/>
                <a:ext cx="981298"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R140,G198, B62</a:t>
                </a:r>
                <a:endParaRPr kumimoji="1" lang="zh-CN" altLang="en-US" sz="700" i="1">
                  <a:solidFill>
                    <a:prstClr val="white"/>
                  </a:solidFill>
                  <a:latin typeface="Times" panose="00000500000000020000" pitchFamily="18" charset="0"/>
                  <a:cs typeface="Times" panose="00000500000000020000" pitchFamily="18"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0" name="文本框 12"/>
            <p:cNvSpPr txBox="1">
              <a:spLocks noChangeArrowheads="1"/>
            </p:cNvSpPr>
            <p:nvPr/>
          </p:nvSpPr>
          <p:spPr bwMode="auto">
            <a:xfrm>
              <a:off x="9503815" y="2490686"/>
              <a:ext cx="1175017"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R90,G203, B245</a:t>
              </a:r>
              <a:endParaRPr kumimoji="1" lang="zh-CN" altLang="en-US" sz="700" i="1">
                <a:solidFill>
                  <a:prstClr val="white"/>
                </a:solidFill>
                <a:latin typeface="Times" panose="00000500000000020000" pitchFamily="18" charset="0"/>
                <a:cs typeface="Times" panose="00000500000000020000" pitchFamily="18" charset="0"/>
              </a:endParaRPr>
            </a:p>
          </p:txBody>
        </p:sp>
      </p:grpSp>
      <p:pic>
        <p:nvPicPr>
          <p:cNvPr id="16" name="Picture 15" descr="ZTE_ppt_design_0202-06.jpg"/>
          <p:cNvPicPr>
            <a:picLocks noChangeAspect="1"/>
          </p:cNvPicPr>
          <p:nvPr/>
        </p:nvPicPr>
        <p:blipFill>
          <a:blip r:embed="rId2"/>
          <a:srcRect/>
          <a:stretch>
            <a:fillRect/>
          </a:stretch>
        </p:blipFill>
        <p:spPr bwMode="auto">
          <a:xfrm>
            <a:off x="0" y="4779967"/>
            <a:ext cx="9144000" cy="387350"/>
          </a:xfrm>
          <a:prstGeom prst="rect">
            <a:avLst/>
          </a:prstGeom>
          <a:noFill/>
          <a:ln w="9525">
            <a:noFill/>
            <a:miter lim="800000"/>
            <a:headEnd/>
            <a:tailEnd/>
          </a:ln>
        </p:spPr>
      </p:pic>
      <p:sp>
        <p:nvSpPr>
          <p:cNvPr id="17" name="TextBox 16"/>
          <p:cNvSpPr txBox="1">
            <a:spLocks noChangeArrowheads="1"/>
          </p:cNvSpPr>
          <p:nvPr/>
        </p:nvSpPr>
        <p:spPr bwMode="auto">
          <a:xfrm>
            <a:off x="4271963" y="4914902"/>
            <a:ext cx="2190750" cy="169863"/>
          </a:xfrm>
          <a:prstGeom prst="rect">
            <a:avLst/>
          </a:prstGeom>
          <a:noFill/>
          <a:ln w="9525">
            <a:noFill/>
            <a:miter lim="800000"/>
          </a:ln>
        </p:spPr>
        <p:txBody>
          <a:bodyPr lIns="0" tIns="0" rIns="0" bIns="0"/>
          <a:lstStyle/>
          <a:p>
            <a:pPr defTabSz="456565" fontAlgn="base">
              <a:spcBef>
                <a:spcPct val="0"/>
              </a:spcBef>
              <a:spcAft>
                <a:spcPct val="0"/>
              </a:spcAft>
              <a:defRPr/>
            </a:pP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ZTEsoft</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Technology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Co.,Ltd</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All rights reserved</a:t>
            </a:r>
            <a:endPar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endParaRPr>
          </a:p>
        </p:txBody>
      </p:sp>
      <p:sp>
        <p:nvSpPr>
          <p:cNvPr id="18" name="Slide Number Placeholder 5"/>
          <p:cNvSpPr>
            <a:spLocks noGrp="1"/>
          </p:cNvSpPr>
          <p:nvPr/>
        </p:nvSpPr>
        <p:spPr bwMode="auto">
          <a:xfrm>
            <a:off x="238125" y="4849825"/>
            <a:ext cx="419100" cy="365125"/>
          </a:xfrm>
          <a:prstGeom prst="rect">
            <a:avLst/>
          </a:prstGeom>
          <a:noFill/>
          <a:ln w="9525">
            <a:noFill/>
            <a:miter lim="800000"/>
          </a:ln>
        </p:spPr>
        <p:txBody>
          <a:bodyPr lIns="91420" tIns="45710" rIns="91420" bIns="45710" anchor="ctr"/>
          <a:lstStyle/>
          <a:p>
            <a:pPr defTabSz="456565" fontAlgn="base">
              <a:spcBef>
                <a:spcPct val="0"/>
              </a:spcBef>
              <a:spcAft>
                <a:spcPct val="0"/>
              </a:spcAft>
              <a:defRPr/>
            </a:pPr>
            <a:fld id="{909ED34E-68CD-4CBA-8768-968FC3B27E4C}" type="slidenum">
              <a:rPr lang="en-US" sz="800">
                <a:solidFill>
                  <a:srgbClr val="404040"/>
                </a:solidFill>
                <a:latin typeface="微软雅黑" panose="020B0503020204020204" pitchFamily="34" charset="-122"/>
                <a:cs typeface="Arial" panose="020B0604020202020204" pitchFamily="34" charset="0"/>
              </a:rPr>
            </a:fld>
            <a:endParaRPr lang="en-US" sz="800">
              <a:solidFill>
                <a:srgbClr val="404040"/>
              </a:solidFill>
              <a:latin typeface="微软雅黑" panose="020B0503020204020204" pitchFamily="34" charset="-122"/>
              <a:cs typeface="Arial" panose="020B0604020202020204" pitchFamily="34" charset="0"/>
            </a:endParaRPr>
          </a:p>
        </p:txBody>
      </p:sp>
      <p:sp>
        <p:nvSpPr>
          <p:cNvPr id="9" name="文本占位符 2"/>
          <p:cNvSpPr>
            <a:spLocks noGrp="1"/>
          </p:cNvSpPr>
          <p:nvPr>
            <p:ph idx="1"/>
          </p:nvPr>
        </p:nvSpPr>
        <p:spPr>
          <a:xfrm>
            <a:off x="336139" y="1270087"/>
            <a:ext cx="8513762" cy="3346879"/>
          </a:xfrm>
          <a:prstGeom prst="rect">
            <a:avLst/>
          </a:prstGeom>
        </p:spPr>
        <p:txBody>
          <a:bodyPr rtlCol="0">
            <a:noAutofit/>
          </a:bodyPr>
          <a:lstStyle>
            <a:lvl1pPr>
              <a:defRPr kumimoji="1" lang="zh-CN" altLang="en-US" sz="1800" dirty="0" smtClean="0">
                <a:solidFill>
                  <a:schemeClr val="tx1">
                    <a:lumMod val="75000"/>
                    <a:lumOff val="25000"/>
                  </a:schemeClr>
                </a:solidFill>
              </a:defRPr>
            </a:lvl1pPr>
            <a:lvl2pPr>
              <a:defRPr kumimoji="1" lang="zh-CN" altLang="en-US" sz="1400" b="0" i="0" kern="1200" dirty="0" smtClean="0">
                <a:solidFill>
                  <a:srgbClr val="404040"/>
                </a:solidFill>
                <a:latin typeface="+mn-lt"/>
                <a:ea typeface="微软雅黑" panose="020B0503020204020204" pitchFamily="34" charset="-122"/>
                <a:cs typeface="+mn-cs"/>
              </a:defRPr>
            </a:lvl2pPr>
          </a:lstStyle>
          <a:p>
            <a:pPr lvl="0"/>
            <a:r>
              <a:rPr lang="zh-CN" altLang="en-US"/>
              <a:t>单击此处编辑母版文本样式</a:t>
            </a:r>
            <a:endParaRPr lang="zh-CN" altLang="en-US"/>
          </a:p>
          <a:p>
            <a:pPr lvl="1"/>
            <a:r>
              <a:rPr lang="zh-CN" altLang="en-US"/>
              <a:t>二级</a:t>
            </a:r>
            <a:endParaRPr lang="zh-CN" altLang="en-US"/>
          </a:p>
        </p:txBody>
      </p:sp>
      <p:sp>
        <p:nvSpPr>
          <p:cNvPr id="14" name="标题 13"/>
          <p:cNvSpPr>
            <a:spLocks noGrp="1"/>
          </p:cNvSpPr>
          <p:nvPr>
            <p:ph type="title"/>
          </p:nvPr>
        </p:nvSpPr>
        <p:spPr>
          <a:xfrm>
            <a:off x="336139" y="411142"/>
            <a:ext cx="8513762" cy="723727"/>
          </a:xfrm>
        </p:spPr>
        <p:txBody>
          <a:bodyPr rtlCol="0">
            <a:noAutofit/>
          </a:bodyPr>
          <a:lstStyle>
            <a:lvl1pPr>
              <a:defRPr lang="zh-CN" altLang="en-US" dirty="0">
                <a:solidFill>
                  <a:srgbClr val="008FD4"/>
                </a:solidFill>
              </a:defRPr>
            </a:lvl1pPr>
          </a:lstStyle>
          <a:p>
            <a:pPr lvl="0"/>
            <a:r>
              <a:rPr lang="zh-CN" altLang="en-US"/>
              <a:t>单击此处编辑母版标题样式</a:t>
            </a:r>
            <a:endParaRPr lang="zh-CN" altLang="en-US" dirty="0"/>
          </a:p>
        </p:txBody>
      </p:sp>
      <p:grpSp>
        <p:nvGrpSpPr>
          <p:cNvPr id="20" name="组合 19"/>
          <p:cNvGrpSpPr/>
          <p:nvPr userDrawn="1"/>
        </p:nvGrpSpPr>
        <p:grpSpPr>
          <a:xfrm>
            <a:off x="8179326" y="4779963"/>
            <a:ext cx="796950" cy="304800"/>
            <a:chOff x="8150751" y="6475330"/>
            <a:chExt cx="796950" cy="304800"/>
          </a:xfrm>
        </p:grpSpPr>
        <p:sp>
          <p:nvSpPr>
            <p:cNvPr id="21" name="矩形 20"/>
            <p:cNvSpPr/>
            <p:nvPr userDrawn="1"/>
          </p:nvSpPr>
          <p:spPr>
            <a:xfrm>
              <a:off x="8269283" y="6475330"/>
              <a:ext cx="581030" cy="304800"/>
            </a:xfrm>
            <a:prstGeom prst="rect">
              <a:avLst/>
            </a:prstGeom>
            <a:ln>
              <a:noFill/>
            </a:ln>
            <a:effectLst/>
          </p:spPr>
          <p:style>
            <a:lnRef idx="1">
              <a:schemeClr val="accent1"/>
            </a:lnRef>
            <a:fillRef idx="1001">
              <a:schemeClr val="lt1"/>
            </a:fillRef>
            <a:effectRef idx="2">
              <a:schemeClr val="accent1"/>
            </a:effectRef>
            <a:fontRef idx="minor">
              <a:schemeClr val="lt1"/>
            </a:fontRef>
          </p:style>
          <p:txBody>
            <a:bodyPr rtlCol="0" anchor="ctr"/>
            <a:lstStyle/>
            <a:p>
              <a:pPr algn="ctr" defTabSz="456565" fontAlgn="base">
                <a:spcBef>
                  <a:spcPct val="0"/>
                </a:spcBef>
                <a:spcAft>
                  <a:spcPct val="0"/>
                </a:spcAft>
              </a:pPr>
              <a:endParaRPr lang="zh-CN" altLang="en-US" sz="1400">
                <a:solidFill>
                  <a:prstClr val="white"/>
                </a:solidFill>
              </a:endParaRPr>
            </a:p>
          </p:txBody>
        </p:sp>
        <p:pic>
          <p:nvPicPr>
            <p:cNvPr id="22" name="图片 21" descr="ZTEsoft_Logo.png"/>
            <p:cNvPicPr>
              <a:picLocks noChangeAspect="1"/>
            </p:cNvPicPr>
            <p:nvPr userDrawn="1"/>
          </p:nvPicPr>
          <p:blipFill>
            <a:blip r:embed="rId3" cstate="print"/>
            <a:stretch>
              <a:fillRect/>
            </a:stretch>
          </p:blipFill>
          <p:spPr>
            <a:xfrm>
              <a:off x="8150751" y="6540190"/>
              <a:ext cx="796950" cy="210232"/>
            </a:xfrm>
            <a:prstGeom prst="rect">
              <a:avLst/>
            </a:prstGeom>
          </p:spPr>
        </p:pic>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80" tIns="34290" rIns="68580" bIns="34290" anchor="ctr"/>
          <a:lstStyle/>
          <a:p>
            <a:pPr algn="ctr" defTabSz="685800">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1"/>
            <a:ext cx="9144000" cy="2775347"/>
          </a:xfrm>
          <a:prstGeom prst="rect">
            <a:avLst/>
          </a:prstGeom>
          <a:noFill/>
          <a:ln>
            <a:noFill/>
          </a:ln>
        </p:spPr>
      </p:pic>
      <p:sp>
        <p:nvSpPr>
          <p:cNvPr id="2" name="Title 1"/>
          <p:cNvSpPr>
            <a:spLocks noGrp="1"/>
          </p:cNvSpPr>
          <p:nvPr>
            <p:ph type="ctrTitle"/>
          </p:nvPr>
        </p:nvSpPr>
        <p:spPr>
          <a:xfrm>
            <a:off x="587157" y="1631829"/>
            <a:ext cx="7969684" cy="1834749"/>
          </a:xfrm>
        </p:spPr>
        <p:txBody>
          <a:bodyPr anchor="ctr">
            <a:noAutofit/>
          </a:bodyPr>
          <a:lstStyle>
            <a:lvl1pPr marL="0" algn="ctr" defTabSz="685800"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58"/>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1"/>
            <a:ext cx="3701442" cy="548818"/>
          </a:xfrm>
          <a:ln>
            <a:noFill/>
          </a:ln>
        </p:spPr>
        <p:txBody>
          <a:bodyPr anchor="ctr">
            <a:noAutofit/>
          </a:bodyPr>
          <a:lstStyle>
            <a:lvl1pPr marL="0" indent="0" algn="ctr" defTabSz="685800"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0"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80" tIns="34290" rIns="68580" bIns="34290" anchor="ctr"/>
          <a:lstStyle/>
          <a:p>
            <a:pPr algn="ctr" defTabSz="685800">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1"/>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800"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AD61316-D4EC-40CD-A887-1107DFCABD60}"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_内容">
    <p:spTree>
      <p:nvGrpSpPr>
        <p:cNvPr id="1" name=""/>
        <p:cNvGrpSpPr/>
        <p:nvPr/>
      </p:nvGrpSpPr>
      <p:grpSpPr>
        <a:xfrm>
          <a:off x="0" y="0"/>
          <a:ext cx="0" cy="0"/>
          <a:chOff x="0" y="0"/>
          <a:chExt cx="0" cy="0"/>
        </a:xfrm>
      </p:grpSpPr>
      <p:sp>
        <p:nvSpPr>
          <p:cNvPr id="4" name="Rectangle 8"/>
          <p:cNvSpPr>
            <a:spLocks noChangeArrowheads="1"/>
          </p:cNvSpPr>
          <p:nvPr/>
        </p:nvSpPr>
        <p:spPr bwMode="auto">
          <a:xfrm>
            <a:off x="9236075" y="2539991"/>
            <a:ext cx="1360488" cy="1271602"/>
          </a:xfrm>
          <a:prstGeom prst="rect">
            <a:avLst/>
          </a:prstGeom>
          <a:noFill/>
          <a:ln w="9525">
            <a:noFill/>
            <a:miter lim="800000"/>
          </a:ln>
        </p:spPr>
        <p:txBody>
          <a:bodyPr lIns="93436" tIns="46722" rIns="93436" bIns="46722" anchor="b" anchorCtr="1">
            <a:spAutoFit/>
          </a:bodyPr>
          <a:lstStyle/>
          <a:p>
            <a:pPr defTabSz="934720" fontAlgn="base">
              <a:spcBef>
                <a:spcPct val="0"/>
              </a:spcBef>
              <a:spcAft>
                <a:spcPct val="0"/>
              </a:spcAft>
              <a:defRPr/>
            </a:pPr>
            <a:r>
              <a:rPr lang="en-US" sz="900" noProof="1">
                <a:solidFill>
                  <a:prstClr val="white"/>
                </a:solidFill>
                <a:latin typeface="Heiti SC Light" charset="-122"/>
                <a:ea typeface="Heiti SC Light" charset="-122"/>
                <a:cs typeface="Heiti SC Light" charset="-122"/>
              </a:rPr>
              <a:t>T</a:t>
            </a:r>
            <a:r>
              <a:rPr lang="en-US" altLang="zh-CN" sz="900" noProof="1">
                <a:solidFill>
                  <a:prstClr val="white"/>
                </a:solidFill>
                <a:latin typeface="Heiti SC Light" charset="-122"/>
                <a:ea typeface="Heiti SC Light" charset="-122"/>
                <a:cs typeface="Heiti SC Light" charset="-122"/>
              </a:rPr>
              <a: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800" noProof="1">
                <a:solidFill>
                  <a:prstClr val="white"/>
                </a:solidFill>
                <a:latin typeface="Heiti SC Light" charset="-122"/>
                <a:ea typeface="Heiti SC Light" charset="-122"/>
                <a:cs typeface="Heiti SC Light" charset="-122"/>
              </a:rPr>
              <a:t>Type</a:t>
            </a:r>
            <a:r>
              <a:rPr lang="en-US" altLang="ja-JP" sz="800" noProof="1">
                <a:solidFill>
                  <a:prstClr val="white"/>
                </a:solidFill>
                <a:latin typeface="Heiti SC Light" charset="-122"/>
                <a:ea typeface="Heiti SC Light" charset="-122"/>
                <a:cs typeface="Heiti SC Light" charset="-122"/>
              </a:rPr>
              <a:t>: </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24-</a:t>
            </a:r>
            <a:r>
              <a:rPr lang="en-US" altLang="zh-CN" sz="800" noProof="1">
                <a:solidFill>
                  <a:prstClr val="white"/>
                </a:solidFill>
                <a:latin typeface="Heiti SC Light" charset="-122"/>
                <a:ea typeface="Heiti SC Light" charset="-122"/>
                <a:cs typeface="Heiti SC Light" charset="-122"/>
              </a:rPr>
              <a:t>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a:t>
            </a:r>
            <a:r>
              <a:rPr lang="en-US" altLang="zh-CN" sz="800" noProof="1">
                <a:solidFill>
                  <a:prstClr val="white"/>
                </a:solidFill>
                <a:latin typeface="Heiti SC Light" charset="-122"/>
                <a:ea typeface="Heiti SC Light" charset="-122"/>
                <a:cs typeface="Heiti SC Light" charset="-122"/>
              </a:rPr>
              <a:t>olor</a:t>
            </a: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he ZTE blue</a:t>
            </a:r>
            <a:r>
              <a:rPr lang="en-US" altLang="ja-JP" sz="800" noProof="1">
                <a:solidFill>
                  <a:prstClr val="white"/>
                </a:solidFill>
                <a:latin typeface="Heiti SC Light" charset="-122"/>
                <a:ea typeface="Heiti SC Light" charset="-122"/>
                <a:cs typeface="Heiti SC Light" charset="-122"/>
              </a:rPr>
              <a:t> </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endParaRPr lang="en-US" altLang="zh-CN"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900" noProof="1">
                <a:solidFill>
                  <a:prstClr val="white"/>
                </a:solidFill>
                <a:latin typeface="Heiti SC Light" charset="-122"/>
                <a:ea typeface="Heiti SC Light" charset="-122"/>
                <a:cs typeface="Heiti SC Light" charset="-122"/>
              </a:rPr>
              <a:t>Subtitle: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ype</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18pt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Color: The </a:t>
            </a:r>
            <a:r>
              <a:rPr lang="en-US" altLang="zh-CN" sz="800" noProof="1">
                <a:solidFill>
                  <a:prstClr val="white"/>
                </a:solidFill>
                <a:latin typeface="Heiti SC Light" charset="-122"/>
                <a:ea typeface="Heiti SC Light" charset="-122"/>
                <a:cs typeface="Heiti SC Light" charset="-122"/>
              </a:rPr>
              <a:t>ZTE green</a:t>
            </a:r>
            <a:endParaRPr lang="en-US" altLang="ja-JP" sz="800" noProof="1">
              <a:solidFill>
                <a:prstClr val="white"/>
              </a:solidFill>
              <a:latin typeface="Heiti SC Light" charset="-122"/>
              <a:ea typeface="Heiti SC Light" charset="-122"/>
              <a:cs typeface="Heiti SC Light" charset="-122"/>
            </a:endParaRPr>
          </a:p>
        </p:txBody>
      </p:sp>
      <p:grpSp>
        <p:nvGrpSpPr>
          <p:cNvPr id="5" name="组 5"/>
          <p:cNvGrpSpPr/>
          <p:nvPr/>
        </p:nvGrpSpPr>
        <p:grpSpPr bwMode="auto">
          <a:xfrm>
            <a:off x="9364664" y="3851276"/>
            <a:ext cx="1392237" cy="989013"/>
            <a:chOff x="9286278" y="1725515"/>
            <a:chExt cx="1392554" cy="989008"/>
          </a:xfrm>
        </p:grpSpPr>
        <p:grpSp>
          <p:nvGrpSpPr>
            <p:cNvPr id="6" name="组 6"/>
            <p:cNvGrpSpPr/>
            <p:nvPr/>
          </p:nvGrpSpPr>
          <p:grpSpPr bwMode="auto">
            <a:xfrm>
              <a:off x="9286278" y="1725515"/>
              <a:ext cx="935250" cy="253999"/>
              <a:chOff x="9286278" y="1725515"/>
              <a:chExt cx="935250" cy="253999"/>
            </a:xfrm>
          </p:grpSpPr>
          <p:sp>
            <p:nvSpPr>
              <p:cNvPr id="13"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5" name="文本框 19"/>
              <p:cNvSpPr txBox="1">
                <a:spLocks noChangeArrowheads="1"/>
              </p:cNvSpPr>
              <p:nvPr/>
            </p:nvSpPr>
            <p:spPr bwMode="auto">
              <a:xfrm>
                <a:off x="9503815" y="1757265"/>
                <a:ext cx="717713"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G143, B212</a:t>
                </a:r>
                <a:endParaRPr kumimoji="1" lang="zh-CN" altLang="en-US" sz="700" i="1">
                  <a:solidFill>
                    <a:prstClr val="white"/>
                  </a:solidFill>
                  <a:latin typeface="Times" panose="00000500000000020000" pitchFamily="18" charset="0"/>
                  <a:cs typeface="Times" panose="00000500000000020000" pitchFamily="18" charset="0"/>
                </a:endParaRPr>
              </a:p>
            </p:txBody>
          </p:sp>
        </p:grpSp>
        <p:grpSp>
          <p:nvGrpSpPr>
            <p:cNvPr id="7" name="组 9"/>
            <p:cNvGrpSpPr/>
            <p:nvPr/>
          </p:nvGrpSpPr>
          <p:grpSpPr bwMode="auto">
            <a:xfrm>
              <a:off x="9286278" y="2098576"/>
              <a:ext cx="1198835" cy="253999"/>
              <a:chOff x="9286278" y="2098576"/>
              <a:chExt cx="1198835" cy="253999"/>
            </a:xfrm>
          </p:grpSpPr>
          <p:sp>
            <p:nvSpPr>
              <p:cNvPr id="11"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2" name="文本框 15"/>
              <p:cNvSpPr txBox="1">
                <a:spLocks noChangeArrowheads="1"/>
              </p:cNvSpPr>
              <p:nvPr/>
            </p:nvSpPr>
            <p:spPr bwMode="auto">
              <a:xfrm>
                <a:off x="9503815" y="2130326"/>
                <a:ext cx="981298"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R140,G198, B62</a:t>
                </a:r>
                <a:endParaRPr kumimoji="1" lang="zh-CN" altLang="en-US" sz="700" i="1">
                  <a:solidFill>
                    <a:prstClr val="white"/>
                  </a:solidFill>
                  <a:latin typeface="Times" panose="00000500000000020000" pitchFamily="18" charset="0"/>
                  <a:cs typeface="Times" panose="00000500000000020000" pitchFamily="18"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0" name="文本框 12"/>
            <p:cNvSpPr txBox="1">
              <a:spLocks noChangeArrowheads="1"/>
            </p:cNvSpPr>
            <p:nvPr/>
          </p:nvSpPr>
          <p:spPr bwMode="auto">
            <a:xfrm>
              <a:off x="9503815" y="2490686"/>
              <a:ext cx="1175017"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R90,G203, B245</a:t>
              </a:r>
              <a:endParaRPr kumimoji="1" lang="zh-CN" altLang="en-US" sz="700" i="1">
                <a:solidFill>
                  <a:prstClr val="white"/>
                </a:solidFill>
                <a:latin typeface="Times" panose="00000500000000020000" pitchFamily="18" charset="0"/>
                <a:cs typeface="Times" panose="00000500000000020000" pitchFamily="18" charset="0"/>
              </a:endParaRPr>
            </a:p>
          </p:txBody>
        </p:sp>
      </p:grpSp>
      <p:pic>
        <p:nvPicPr>
          <p:cNvPr id="16" name="Picture 15" descr="ZTE_ppt_design_0202-06.jpg"/>
          <p:cNvPicPr>
            <a:picLocks noChangeAspect="1"/>
          </p:cNvPicPr>
          <p:nvPr/>
        </p:nvPicPr>
        <p:blipFill>
          <a:blip r:embed="rId2"/>
          <a:srcRect/>
          <a:stretch>
            <a:fillRect/>
          </a:stretch>
        </p:blipFill>
        <p:spPr bwMode="auto">
          <a:xfrm>
            <a:off x="0" y="4779966"/>
            <a:ext cx="9144000" cy="387350"/>
          </a:xfrm>
          <a:prstGeom prst="rect">
            <a:avLst/>
          </a:prstGeom>
          <a:noFill/>
          <a:ln w="9525">
            <a:noFill/>
            <a:miter lim="800000"/>
            <a:headEnd/>
            <a:tailEnd/>
          </a:ln>
        </p:spPr>
      </p:pic>
      <p:sp>
        <p:nvSpPr>
          <p:cNvPr id="17" name="TextBox 16"/>
          <p:cNvSpPr txBox="1">
            <a:spLocks noChangeArrowheads="1"/>
          </p:cNvSpPr>
          <p:nvPr/>
        </p:nvSpPr>
        <p:spPr bwMode="auto">
          <a:xfrm>
            <a:off x="4271963" y="4914902"/>
            <a:ext cx="2190750" cy="169863"/>
          </a:xfrm>
          <a:prstGeom prst="rect">
            <a:avLst/>
          </a:prstGeom>
          <a:noFill/>
          <a:ln w="9525">
            <a:noFill/>
            <a:miter lim="800000"/>
          </a:ln>
        </p:spPr>
        <p:txBody>
          <a:bodyPr lIns="0" tIns="0" rIns="0" bIns="0"/>
          <a:lstStyle/>
          <a:p>
            <a:pPr defTabSz="456565" fontAlgn="base">
              <a:spcBef>
                <a:spcPct val="0"/>
              </a:spcBef>
              <a:spcAft>
                <a:spcPct val="0"/>
              </a:spcAft>
              <a:defRPr/>
            </a:pP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ZTEsoft</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Technology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Co.,Ltd</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All rights reserved</a:t>
            </a:r>
            <a:endPar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endParaRPr>
          </a:p>
        </p:txBody>
      </p:sp>
      <p:sp>
        <p:nvSpPr>
          <p:cNvPr id="18" name="Slide Number Placeholder 5"/>
          <p:cNvSpPr>
            <a:spLocks noGrp="1"/>
          </p:cNvSpPr>
          <p:nvPr/>
        </p:nvSpPr>
        <p:spPr bwMode="auto">
          <a:xfrm>
            <a:off x="238125" y="4849818"/>
            <a:ext cx="419100" cy="365125"/>
          </a:xfrm>
          <a:prstGeom prst="rect">
            <a:avLst/>
          </a:prstGeom>
          <a:noFill/>
          <a:ln w="9525">
            <a:noFill/>
            <a:miter lim="800000"/>
          </a:ln>
        </p:spPr>
        <p:txBody>
          <a:bodyPr lIns="91434" tIns="45717" rIns="91434" bIns="45717" anchor="ctr"/>
          <a:lstStyle/>
          <a:p>
            <a:pPr defTabSz="456565" fontAlgn="base">
              <a:spcBef>
                <a:spcPct val="0"/>
              </a:spcBef>
              <a:spcAft>
                <a:spcPct val="0"/>
              </a:spcAft>
              <a:defRPr/>
            </a:pPr>
            <a:fld id="{909ED34E-68CD-4CBA-8768-968FC3B27E4C}" type="slidenum">
              <a:rPr lang="en-US" sz="800">
                <a:solidFill>
                  <a:srgbClr val="404040"/>
                </a:solidFill>
                <a:latin typeface="微软雅黑" panose="020B0503020204020204" pitchFamily="34" charset="-122"/>
                <a:cs typeface="Arial" panose="020B0604020202020204" pitchFamily="34" charset="0"/>
              </a:rPr>
            </a:fld>
            <a:endParaRPr lang="en-US" sz="800">
              <a:solidFill>
                <a:srgbClr val="404040"/>
              </a:solidFill>
              <a:latin typeface="微软雅黑" panose="020B0503020204020204" pitchFamily="34" charset="-122"/>
              <a:cs typeface="Arial" panose="020B0604020202020204" pitchFamily="34" charset="0"/>
            </a:endParaRPr>
          </a:p>
        </p:txBody>
      </p:sp>
      <p:sp>
        <p:nvSpPr>
          <p:cNvPr id="9" name="文本占位符 2"/>
          <p:cNvSpPr>
            <a:spLocks noGrp="1"/>
          </p:cNvSpPr>
          <p:nvPr>
            <p:ph idx="1"/>
          </p:nvPr>
        </p:nvSpPr>
        <p:spPr>
          <a:xfrm>
            <a:off x="336138" y="1270080"/>
            <a:ext cx="8513762" cy="3346879"/>
          </a:xfrm>
          <a:prstGeom prst="rect">
            <a:avLst/>
          </a:prstGeom>
        </p:spPr>
        <p:txBody>
          <a:bodyPr rtlCol="0">
            <a:noAutofit/>
          </a:bodyPr>
          <a:lstStyle>
            <a:lvl1pPr>
              <a:defRPr kumimoji="1" lang="zh-CN" altLang="en-US" sz="1800" dirty="0" smtClean="0">
                <a:solidFill>
                  <a:schemeClr val="tx1">
                    <a:lumMod val="75000"/>
                    <a:lumOff val="25000"/>
                  </a:schemeClr>
                </a:solidFill>
              </a:defRPr>
            </a:lvl1pPr>
            <a:lvl2pPr>
              <a:defRPr kumimoji="1" lang="zh-CN" altLang="en-US" sz="1400" b="0" i="0" kern="1200" dirty="0" smtClean="0">
                <a:solidFill>
                  <a:srgbClr val="404040"/>
                </a:solidFill>
                <a:latin typeface="+mn-lt"/>
                <a:ea typeface="微软雅黑" panose="020B0503020204020204" pitchFamily="34" charset="-122"/>
                <a:cs typeface="+mn-cs"/>
              </a:defRPr>
            </a:lvl2pPr>
          </a:lstStyle>
          <a:p>
            <a:pPr lvl="0"/>
            <a:r>
              <a:rPr lang="zh-CN" altLang="en-US"/>
              <a:t>单击此处编辑母版文本样式</a:t>
            </a:r>
            <a:endParaRPr lang="zh-CN" altLang="en-US"/>
          </a:p>
          <a:p>
            <a:pPr lvl="1"/>
            <a:r>
              <a:rPr lang="zh-CN" altLang="en-US"/>
              <a:t>二级</a:t>
            </a:r>
            <a:endParaRPr lang="zh-CN" altLang="en-US"/>
          </a:p>
        </p:txBody>
      </p:sp>
      <p:sp>
        <p:nvSpPr>
          <p:cNvPr id="14" name="标题 13"/>
          <p:cNvSpPr>
            <a:spLocks noGrp="1"/>
          </p:cNvSpPr>
          <p:nvPr>
            <p:ph type="title"/>
          </p:nvPr>
        </p:nvSpPr>
        <p:spPr>
          <a:xfrm>
            <a:off x="336138" y="411135"/>
            <a:ext cx="8513762" cy="723727"/>
          </a:xfrm>
        </p:spPr>
        <p:txBody>
          <a:bodyPr rtlCol="0">
            <a:noAutofit/>
          </a:bodyPr>
          <a:lstStyle>
            <a:lvl1pPr>
              <a:defRPr lang="zh-CN" altLang="en-US" dirty="0">
                <a:solidFill>
                  <a:srgbClr val="008FD4"/>
                </a:solidFill>
              </a:defRPr>
            </a:lvl1pPr>
          </a:lstStyle>
          <a:p>
            <a:pPr lvl="0"/>
            <a:r>
              <a:rPr lang="zh-CN" altLang="en-US"/>
              <a:t>单击此处编辑母版标题样式</a:t>
            </a:r>
            <a:endParaRPr lang="zh-CN" altLang="en-US" dirty="0"/>
          </a:p>
        </p:txBody>
      </p:sp>
      <p:grpSp>
        <p:nvGrpSpPr>
          <p:cNvPr id="20" name="组合 19"/>
          <p:cNvGrpSpPr/>
          <p:nvPr userDrawn="1"/>
        </p:nvGrpSpPr>
        <p:grpSpPr>
          <a:xfrm>
            <a:off x="8179326" y="4779963"/>
            <a:ext cx="796950" cy="304800"/>
            <a:chOff x="8150751" y="6475330"/>
            <a:chExt cx="796950" cy="304800"/>
          </a:xfrm>
        </p:grpSpPr>
        <p:sp>
          <p:nvSpPr>
            <p:cNvPr id="21" name="矩形 20"/>
            <p:cNvSpPr/>
            <p:nvPr userDrawn="1"/>
          </p:nvSpPr>
          <p:spPr>
            <a:xfrm>
              <a:off x="8269283" y="6475330"/>
              <a:ext cx="581030" cy="304800"/>
            </a:xfrm>
            <a:prstGeom prst="rect">
              <a:avLst/>
            </a:prstGeom>
            <a:ln>
              <a:noFill/>
            </a:ln>
            <a:effectLst/>
          </p:spPr>
          <p:style>
            <a:lnRef idx="1">
              <a:schemeClr val="accent1"/>
            </a:lnRef>
            <a:fillRef idx="1001">
              <a:schemeClr val="lt1"/>
            </a:fillRef>
            <a:effectRef idx="2">
              <a:schemeClr val="accent1"/>
            </a:effectRef>
            <a:fontRef idx="minor">
              <a:schemeClr val="lt1"/>
            </a:fontRef>
          </p:style>
          <p:txBody>
            <a:bodyPr rtlCol="0" anchor="ctr"/>
            <a:lstStyle/>
            <a:p>
              <a:pPr algn="ctr" defTabSz="456565" fontAlgn="base">
                <a:spcBef>
                  <a:spcPct val="0"/>
                </a:spcBef>
                <a:spcAft>
                  <a:spcPct val="0"/>
                </a:spcAft>
              </a:pPr>
              <a:endParaRPr lang="zh-CN" altLang="en-US" sz="1400">
                <a:solidFill>
                  <a:prstClr val="white"/>
                </a:solidFill>
              </a:endParaRPr>
            </a:p>
          </p:txBody>
        </p:sp>
        <p:pic>
          <p:nvPicPr>
            <p:cNvPr id="22" name="图片 21" descr="ZTEsoft_Logo.png"/>
            <p:cNvPicPr>
              <a:picLocks noChangeAspect="1"/>
            </p:cNvPicPr>
            <p:nvPr userDrawn="1"/>
          </p:nvPicPr>
          <p:blipFill>
            <a:blip r:embed="rId3" cstate="print"/>
            <a:stretch>
              <a:fillRect/>
            </a:stretch>
          </p:blipFill>
          <p:spPr>
            <a:xfrm>
              <a:off x="8150751" y="6540190"/>
              <a:ext cx="796950" cy="210232"/>
            </a:xfrm>
            <a:prstGeom prst="rect">
              <a:avLst/>
            </a:prstGeom>
          </p:spPr>
        </p:pic>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68"/>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0965" indent="0" algn="ctr">
              <a:buNone/>
              <a:defRPr sz="1200"/>
            </a:lvl5pPr>
            <a:lvl6pPr marL="1713865"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3" y="107951"/>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924" y="4840288"/>
            <a:ext cx="395287" cy="215900"/>
          </a:xfrm>
        </p:spPr>
        <p:txBody>
          <a:bodyPr/>
          <a:lstStyle>
            <a:lvl1pPr>
              <a:defRPr/>
            </a:lvl1pPr>
          </a:lstStyle>
          <a:p>
            <a:fld id="{B58EA4E9-4F6C-46AA-8C96-30B129B5F8C6}"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9" tIns="34289" rIns="68579"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2"/>
            <a:ext cx="9144000" cy="2775347"/>
          </a:xfrm>
          <a:prstGeom prst="rect">
            <a:avLst/>
          </a:prstGeom>
          <a:noFill/>
          <a:ln>
            <a:noFill/>
          </a:ln>
        </p:spPr>
      </p:pic>
      <p:sp>
        <p:nvSpPr>
          <p:cNvPr id="2" name="Title 1"/>
          <p:cNvSpPr>
            <a:spLocks noGrp="1"/>
          </p:cNvSpPr>
          <p:nvPr>
            <p:ph type="ctrTitle"/>
          </p:nvPr>
        </p:nvSpPr>
        <p:spPr>
          <a:xfrm>
            <a:off x="587157" y="1631830"/>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59"/>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2"/>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9" tIns="34289" rIns="68579"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2"/>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3" y="107951"/>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915" y="4840288"/>
            <a:ext cx="395287" cy="215900"/>
          </a:xfrm>
        </p:spPr>
        <p:txBody>
          <a:bodyPr/>
          <a:lstStyle>
            <a:lvl1pPr>
              <a:defRPr/>
            </a:lvl1pPr>
          </a:lstStyle>
          <a:p>
            <a:fld id="{B58EA4E9-4F6C-46AA-8C96-30B129B5F8C6}"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21"/>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9" y="3929671"/>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0965" indent="0" algn="ctr">
              <a:buNone/>
              <a:defRPr sz="1200"/>
            </a:lvl5pPr>
            <a:lvl6pPr marL="1713865"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6"/>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4" y="806824"/>
            <a:ext cx="8656719" cy="4001840"/>
          </a:xfrm>
          <a:prstGeom prst="rect">
            <a:avLst/>
          </a:prstGeom>
          <a:ln>
            <a:no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4" name="矩形 3"/>
          <p:cNvSpPr/>
          <p:nvPr/>
        </p:nvSpPr>
        <p:spPr>
          <a:xfrm>
            <a:off x="0" y="0"/>
            <a:ext cx="9144000" cy="8435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5" name="矩形 4"/>
          <p:cNvSpPr/>
          <p:nvPr/>
        </p:nvSpPr>
        <p:spPr>
          <a:xfrm>
            <a:off x="0" y="0"/>
            <a:ext cx="212372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2" name="TextBox 11"/>
          <p:cNvSpPr txBox="1"/>
          <p:nvPr/>
        </p:nvSpPr>
        <p:spPr>
          <a:xfrm>
            <a:off x="380922" y="303500"/>
            <a:ext cx="1418147" cy="392415"/>
          </a:xfrm>
          <a:prstGeom prst="rect">
            <a:avLst/>
          </a:prstGeom>
          <a:noFill/>
        </p:spPr>
        <p:txBody>
          <a:bodyPr wrap="square" lIns="68565" tIns="34289" rIns="68565" bIns="34289" rtlCol="0">
            <a:spAutoFit/>
          </a:bodyPr>
          <a:lstStyle/>
          <a:p>
            <a:pPr defTabSz="685165"/>
            <a:r>
              <a:rPr lang="zh-CN" altLang="en-US" sz="2100" b="1" dirty="0">
                <a:solidFill>
                  <a:prstClr val="white"/>
                </a:solidFill>
              </a:rPr>
              <a:t>目录</a:t>
            </a:r>
            <a:endParaRPr lang="zh-CN" altLang="en-US" sz="2100" b="1" dirty="0">
              <a:solidFill>
                <a:prstClr val="white"/>
              </a:solidFill>
            </a:endParaRPr>
          </a:p>
        </p:txBody>
      </p:sp>
      <p:sp>
        <p:nvSpPr>
          <p:cNvPr id="2" name="椭圆 1"/>
          <p:cNvSpPr/>
          <p:nvPr/>
        </p:nvSpPr>
        <p:spPr>
          <a:xfrm>
            <a:off x="1797640" y="1856335"/>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6" name="椭圆 15"/>
          <p:cNvSpPr/>
          <p:nvPr/>
        </p:nvSpPr>
        <p:spPr>
          <a:xfrm>
            <a:off x="1808662" y="3064000"/>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7" name="椭圆 16"/>
          <p:cNvSpPr/>
          <p:nvPr/>
        </p:nvSpPr>
        <p:spPr>
          <a:xfrm>
            <a:off x="1808662" y="4192873"/>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3" name="椭圆 12"/>
          <p:cNvSpPr/>
          <p:nvPr/>
        </p:nvSpPr>
        <p:spPr>
          <a:xfrm>
            <a:off x="1771840" y="594129"/>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8" name="椭圆 17"/>
          <p:cNvSpPr/>
          <p:nvPr/>
        </p:nvSpPr>
        <p:spPr>
          <a:xfrm>
            <a:off x="1850191" y="677680"/>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1</a:t>
            </a:r>
            <a:endParaRPr lang="zh-CN" altLang="en-US" sz="2100" b="1" dirty="0">
              <a:solidFill>
                <a:prstClr val="white"/>
              </a:solidFill>
            </a:endParaRPr>
          </a:p>
        </p:txBody>
      </p:sp>
      <p:sp>
        <p:nvSpPr>
          <p:cNvPr id="19" name="椭圆 18"/>
          <p:cNvSpPr/>
          <p:nvPr/>
        </p:nvSpPr>
        <p:spPr>
          <a:xfrm>
            <a:off x="1887016" y="1939885"/>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2</a:t>
            </a:r>
            <a:endParaRPr lang="zh-CN" altLang="en-US" sz="2100" b="1" dirty="0">
              <a:solidFill>
                <a:prstClr val="white"/>
              </a:solidFill>
            </a:endParaRPr>
          </a:p>
        </p:txBody>
      </p:sp>
      <p:sp>
        <p:nvSpPr>
          <p:cNvPr id="20" name="椭圆 19"/>
          <p:cNvSpPr/>
          <p:nvPr/>
        </p:nvSpPr>
        <p:spPr>
          <a:xfrm>
            <a:off x="1894444" y="3147551"/>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3</a:t>
            </a:r>
            <a:endParaRPr lang="zh-CN" altLang="en-US" sz="2100" b="1" dirty="0">
              <a:solidFill>
                <a:prstClr val="white"/>
              </a:solidFill>
            </a:endParaRPr>
          </a:p>
        </p:txBody>
      </p:sp>
      <p:sp>
        <p:nvSpPr>
          <p:cNvPr id="14" name="椭圆 13"/>
          <p:cNvSpPr/>
          <p:nvPr/>
        </p:nvSpPr>
        <p:spPr>
          <a:xfrm>
            <a:off x="1894444" y="4276424"/>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4</a:t>
            </a:r>
            <a:endParaRPr lang="zh-CN" altLang="en-US" sz="2100" b="1" dirty="0">
              <a:solidFill>
                <a:prstClr val="white"/>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14"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14"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4" y="1131549"/>
            <a:ext cx="8656719" cy="3677123"/>
          </a:xfrm>
          <a:prstGeom prst="rect">
            <a:avLst/>
          </a:prstGeom>
          <a:ln>
            <a:no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vert="horz" lIns="68565" tIns="34289" rIns="68565"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7250" indent="0">
              <a:buNone/>
              <a:defRPr lang="zh-CN" altLang="en-US" sz="1100" dirty="0" smtClean="0"/>
            </a:lvl3pPr>
            <a:lvl4pPr marL="1200150"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21"/>
            <a:ext cx="9144000" cy="2775347"/>
          </a:xfrm>
          <a:prstGeom prst="rect">
            <a:avLst/>
          </a:prstGeom>
          <a:noFill/>
          <a:ln>
            <a:noFill/>
          </a:ln>
        </p:spPr>
      </p:pic>
      <p:sp>
        <p:nvSpPr>
          <p:cNvPr id="2" name="Title 1"/>
          <p:cNvSpPr>
            <a:spLocks noGrp="1"/>
          </p:cNvSpPr>
          <p:nvPr>
            <p:ph type="ctrTitle"/>
          </p:nvPr>
        </p:nvSpPr>
        <p:spPr>
          <a:xfrm>
            <a:off x="685800" y="1722426"/>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6" y="107960"/>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527" y="4839894"/>
            <a:ext cx="395287" cy="216694"/>
          </a:xfrm>
        </p:spPr>
        <p:txBody>
          <a:bodyPr/>
          <a:lstStyle>
            <a:lvl1pPr>
              <a:defRPr/>
            </a:lvl1pPr>
          </a:lstStyle>
          <a:p>
            <a:fld id="{73A858D8-3B47-4A37-944E-E7FFFB0C3890}" type="slidenum">
              <a:rPr lang="zh-CN" altLang="en-US">
                <a:solidFill>
                  <a:prstClr val="black"/>
                </a:solidFill>
                <a:effectLst>
                  <a:outerShdw blurRad="38100" dist="19050" dir="2700000" algn="tl" rotWithShape="0">
                    <a:prstClr val="black">
                      <a:alpha val="40000"/>
                    </a:prstClr>
                  </a:outerShdw>
                </a:effectLst>
              </a:rPr>
            </a:fld>
            <a:endParaRPr lang="en-US" altLang="zh-CN" sz="9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DD327EA1-0976-4DB8-9CA3-ACA67DE72930}" type="slidenum">
              <a:rPr lang="zh-CN" altLang="en-US">
                <a:solidFill>
                  <a:prstClr val="black"/>
                </a:solidFill>
                <a:effectLst>
                  <a:outerShdw blurRad="38100" dist="19050" dir="2700000" algn="tl" rotWithShape="0">
                    <a:prstClr val="black">
                      <a:alpha val="40000"/>
                    </a:prstClr>
                  </a:outerShdw>
                </a:effectLst>
              </a:rPr>
            </a:fld>
            <a:endParaRPr lang="en-US" altLang="zh-CN" sz="9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4pPr marL="1074420" indent="0">
              <a:buNone/>
              <a:defRPr/>
            </a:lvl4pPr>
            <a:lvl5pPr marL="1434465" indent="0">
              <a:buNone/>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1"/>
          <p:cNvSpPr>
            <a:spLocks noGrp="1"/>
          </p:cNvSpPr>
          <p:nvPr>
            <p:ph type="sldNum" sz="quarter" idx="10"/>
          </p:nvPr>
        </p:nvSpPr>
        <p:spPr/>
        <p:txBody>
          <a:bodyPr/>
          <a:lstStyle>
            <a:lvl1pPr>
              <a:defRPr/>
            </a:lvl1pPr>
          </a:lstStyle>
          <a:p>
            <a:pPr>
              <a:defRPr/>
            </a:pPr>
            <a:fld id="{CF619D3D-BF17-4C6A-8089-35A2BA761E9C}" type="slidenum">
              <a:rPr lang="zh-CN" altLang="en-US">
                <a:solidFill>
                  <a:srgbClr val="000000"/>
                </a:solidFill>
                <a:effectLst>
                  <a:outerShdw blurRad="38100" dist="19050" dir="2700000" algn="tl" rotWithShape="0">
                    <a:prstClr val="black">
                      <a:alpha val="40000"/>
                    </a:prstClr>
                  </a:outerShdw>
                </a:effectLst>
              </a:rPr>
            </a:fld>
            <a:endParaRPr lang="en-US" altLang="zh-CN">
              <a:solidFill>
                <a:srgbClr val="000000"/>
              </a:solidFill>
              <a:effectLst>
                <a:outerShdw blurRad="38100" dist="19050" dir="2700000" algn="tl" rotWithShape="0">
                  <a:prstClr val="black">
                    <a:alpha val="40000"/>
                  </a:prstClr>
                </a:outerShdw>
              </a:effectLst>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5.png"/><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0"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1" Type="http://schemas.openxmlformats.org/officeDocument/2006/relationships/theme" Target="../theme/theme3.xml"/><Relationship Id="rId10" Type="http://schemas.openxmlformats.org/officeDocument/2006/relationships/image" Target="../media/image6.png"/><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4.xml"/><Relationship Id="rId13" Type="http://schemas.openxmlformats.org/officeDocument/2006/relationships/image" Target="../media/image6.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1.xml"/><Relationship Id="rId8" Type="http://schemas.openxmlformats.org/officeDocument/2006/relationships/slideLayout" Target="../slideLayouts/slideLayout40.xml"/><Relationship Id="rId7" Type="http://schemas.openxmlformats.org/officeDocument/2006/relationships/slideLayout" Target="../slideLayouts/slideLayout39.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3" Type="http://schemas.openxmlformats.org/officeDocument/2006/relationships/slideLayout" Target="../slideLayouts/slideLayout35.xml"/><Relationship Id="rId2" Type="http://schemas.openxmlformats.org/officeDocument/2006/relationships/slideLayout" Target="../slideLayouts/slideLayout34.xml"/><Relationship Id="rId13" Type="http://schemas.openxmlformats.org/officeDocument/2006/relationships/theme" Target="../theme/theme5.xml"/><Relationship Id="rId12" Type="http://schemas.openxmlformats.org/officeDocument/2006/relationships/image" Target="../media/image6.png"/><Relationship Id="rId11" Type="http://schemas.openxmlformats.org/officeDocument/2006/relationships/image" Target="../media/image8.png"/><Relationship Id="rId10" Type="http://schemas.openxmlformats.org/officeDocument/2006/relationships/image" Target="../media/image7.png"/><Relationship Id="rId1" Type="http://schemas.openxmlformats.org/officeDocument/2006/relationships/slideLayout" Target="../slideLayouts/slideLayout33.xml"/></Relationships>
</file>

<file path=ppt/slideMasters/_rels/slideMaster6.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slideLayout" Target="../slideLayouts/slideLayout48.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3" Type="http://schemas.openxmlformats.org/officeDocument/2006/relationships/slideLayout" Target="../slideLayouts/slideLayout44.xml"/><Relationship Id="rId2" Type="http://schemas.openxmlformats.org/officeDocument/2006/relationships/slideLayout" Target="../slideLayouts/slideLayout43.xml"/><Relationship Id="rId11" Type="http://schemas.openxmlformats.org/officeDocument/2006/relationships/theme" Target="../theme/theme6.xml"/><Relationship Id="rId10" Type="http://schemas.openxmlformats.org/officeDocument/2006/relationships/image" Target="../media/image6.png"/><Relationship Id="rId1" Type="http://schemas.openxmlformats.org/officeDocument/2006/relationships/slideLayout" Target="../slideLayouts/slideLayout42.xml"/></Relationships>
</file>

<file path=ppt/slideMasters/_rels/slideMaster7.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0"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0" Type="http://schemas.openxmlformats.org/officeDocument/2006/relationships/theme" Target="../theme/theme8.xml"/><Relationship Id="rId1" Type="http://schemas.openxmlformats.org/officeDocument/2006/relationships/slideLayout" Target="../slideLayouts/slideLayout55.xml"/></Relationships>
</file>

<file path=ppt/slideMasters/_rels/slideMaster9.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0" Type="http://schemas.openxmlformats.org/officeDocument/2006/relationships/theme" Target="../theme/theme9.xml"/><Relationship Id="rId1" Type="http://schemas.openxmlformats.org/officeDocument/2006/relationships/slideLayout" Target="../slideLayouts/slideLayout61.xml"/></Relationships>
</file>

<file path=ppt/slideMasters/_rels/slideMaster10.xml.rels><?xml version="1.0" encoding="UTF-8" standalone="yes"?>
<Relationships xmlns="http://schemas.openxmlformats.org/package/2006/relationships"><Relationship Id="rId9" Type="http://schemas.openxmlformats.org/officeDocument/2006/relationships/theme" Target="../theme/theme10.xml"/><Relationship Id="rId8" Type="http://schemas.openxmlformats.org/officeDocument/2006/relationships/image" Target="../media/image6.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 Type="http://schemas.openxmlformats.org/officeDocument/2006/relationships/slideLayout" Target="../slideLayouts/slideLayout67.xml"/></Relationships>
</file>

<file path=ppt/slideMasters/_rels/slideMaster11.xml.rels><?xml version="1.0" encoding="UTF-8" standalone="yes"?>
<Relationships xmlns="http://schemas.openxmlformats.org/package/2006/relationships"><Relationship Id="rId9" Type="http://schemas.openxmlformats.org/officeDocument/2006/relationships/theme" Target="../theme/theme11.xml"/><Relationship Id="rId8" Type="http://schemas.openxmlformats.org/officeDocument/2006/relationships/image" Target="../media/image6.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slideLayout" Target="../slideLayouts/slideLayout76.xml"/><Relationship Id="rId4" Type="http://schemas.openxmlformats.org/officeDocument/2006/relationships/slideLayout" Target="../slideLayouts/slideLayout75.xml"/><Relationship Id="rId3" Type="http://schemas.openxmlformats.org/officeDocument/2006/relationships/slideLayout" Target="../slideLayouts/slideLayout74.xml"/><Relationship Id="rId2" Type="http://schemas.openxmlformats.org/officeDocument/2006/relationships/slideLayout" Target="../slideLayouts/slideLayout73.xml"/><Relationship Id="rId1" Type="http://schemas.openxmlformats.org/officeDocument/2006/relationships/slideLayout" Target="../slideLayouts/slideLayout7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85.xml"/><Relationship Id="rId8" Type="http://schemas.openxmlformats.org/officeDocument/2006/relationships/slideLayout" Target="../slideLayouts/slideLayout84.xml"/><Relationship Id="rId7" Type="http://schemas.openxmlformats.org/officeDocument/2006/relationships/slideLayout" Target="../slideLayouts/slideLayout83.xml"/><Relationship Id="rId6" Type="http://schemas.openxmlformats.org/officeDocument/2006/relationships/slideLayout" Target="../slideLayouts/slideLayout82.xml"/><Relationship Id="rId5" Type="http://schemas.openxmlformats.org/officeDocument/2006/relationships/slideLayout" Target="../slideLayouts/slideLayout81.xml"/><Relationship Id="rId4" Type="http://schemas.openxmlformats.org/officeDocument/2006/relationships/slideLayout" Target="../slideLayouts/slideLayout80.xml"/><Relationship Id="rId3" Type="http://schemas.openxmlformats.org/officeDocument/2006/relationships/slideLayout" Target="../slideLayouts/slideLayout79.xml"/><Relationship Id="rId2" Type="http://schemas.openxmlformats.org/officeDocument/2006/relationships/slideLayout" Target="../slideLayouts/slideLayout78.xml"/><Relationship Id="rId15" Type="http://schemas.openxmlformats.org/officeDocument/2006/relationships/theme" Target="../theme/theme12.xml"/><Relationship Id="rId14" Type="http://schemas.openxmlformats.org/officeDocument/2006/relationships/image" Target="../media/image6.png"/><Relationship Id="rId13" Type="http://schemas.openxmlformats.org/officeDocument/2006/relationships/image" Target="../media/image8.png"/><Relationship Id="rId12" Type="http://schemas.openxmlformats.org/officeDocument/2006/relationships/image" Target="../media/image7.png"/><Relationship Id="rId11" Type="http://schemas.openxmlformats.org/officeDocument/2006/relationships/slideLayout" Target="../slideLayouts/slideLayout87.xml"/><Relationship Id="rId10" Type="http://schemas.openxmlformats.org/officeDocument/2006/relationships/slideLayout" Target="../slideLayouts/slideLayout86.xml"/><Relationship Id="rId1"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59807" y="476237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87000" y="476237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6457950" y="476237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标题 7"/>
          <p:cNvSpPr>
            <a:spLocks noGrp="1"/>
          </p:cNvSpPr>
          <p:nvPr>
            <p:ph type="title"/>
          </p:nvPr>
        </p:nvSpPr>
        <p:spPr>
          <a:xfrm>
            <a:off x="502412" y="435919"/>
            <a:ext cx="8139178" cy="48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502444" y="1131094"/>
            <a:ext cx="8139113" cy="3561874"/>
          </a:xfrm>
          <a:prstGeom prst="rect">
            <a:avLst/>
          </a:prstGeom>
        </p:spPr>
        <p:txBody>
          <a:bodyPr vert="horz" lIns="101600" tIns="0" rIns="82550" bIns="0" rtlCol="0">
            <a:normAutofit/>
          </a:bodyPr>
          <a:lstStyle>
            <a:lvl1pPr>
              <a:defRPr sz="1800"/>
            </a:lvl1pPr>
            <a:lvl2pPr>
              <a:defRPr sz="1800"/>
            </a:lvl2pPr>
            <a:lvl3pPr>
              <a:defRPr sz="1800"/>
            </a:lvl3pPr>
            <a:lvl4pPr>
              <a:defRPr sz="1800"/>
            </a:lvl4pPr>
            <a:lvl5pPr>
              <a:defRPr sz="1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685800" rtl="0" eaLnBrk="1" fontAlgn="auto" latinLnBrk="0" hangingPunct="1">
        <a:lnSpc>
          <a:spcPct val="100000"/>
        </a:lnSpc>
        <a:spcBef>
          <a:spcPct val="0"/>
        </a:spcBef>
        <a:buNone/>
        <a:defRPr sz="2100" b="1" u="none" strike="noStrike" kern="1200" cap="none" spc="200" normalizeH="0">
          <a:solidFill>
            <a:schemeClr val="tx1"/>
          </a:solidFill>
          <a:uFillTx/>
          <a:latin typeface="+mn-ea"/>
          <a:ea typeface="+mn-ea"/>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mn-ea"/>
          <a:ea typeface="+mn-ea"/>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52304" y="108354"/>
            <a:ext cx="7164000" cy="486965"/>
          </a:xfrm>
          <a:prstGeom prst="rect">
            <a:avLst/>
          </a:prstGeom>
          <a:noFill/>
          <a:ln w="9525">
            <a:noFill/>
            <a:miter lim="800000"/>
          </a:ln>
        </p:spPr>
        <p:txBody>
          <a:bodyPr vert="horz" wrap="square" lIns="91384" tIns="45692" rIns="91384" bIns="45692" numCol="1" anchor="ctr" anchorCtr="0" compatLnSpc="1"/>
          <a:lstStyle/>
          <a:p>
            <a:pPr lvl="0"/>
            <a:r>
              <a:rPr lang="zh-CN" altLang="en-US" dirty="0"/>
              <a:t>标题文本样式：微软雅黑</a:t>
            </a:r>
            <a:r>
              <a:rPr lang="en-US" altLang="zh-CN" dirty="0"/>
              <a:t>/</a:t>
            </a:r>
            <a:r>
              <a:rPr lang="en-US" altLang="zh-CN"/>
              <a:t>24</a:t>
            </a:r>
            <a:r>
              <a:rPr lang="zh-CN" altLang="en-US"/>
              <a:t>号</a:t>
            </a:r>
            <a:endParaRPr lang="en-US" altLang="zh-CN" dirty="0"/>
          </a:p>
        </p:txBody>
      </p:sp>
      <p:sp>
        <p:nvSpPr>
          <p:cNvPr id="2051" name="Rectangle 3"/>
          <p:cNvSpPr>
            <a:spLocks noGrp="1" noChangeArrowheads="1"/>
          </p:cNvSpPr>
          <p:nvPr>
            <p:ph type="body" idx="1"/>
          </p:nvPr>
        </p:nvSpPr>
        <p:spPr bwMode="auto">
          <a:xfrm>
            <a:off x="468318" y="817002"/>
            <a:ext cx="8207375" cy="4023000"/>
          </a:xfrm>
          <a:prstGeom prst="rect">
            <a:avLst/>
          </a:prstGeom>
          <a:noFill/>
          <a:ln w="9525">
            <a:noFill/>
            <a:miter lim="800000"/>
          </a:ln>
        </p:spPr>
        <p:txBody>
          <a:bodyPr vert="horz" wrap="square" lIns="91384" tIns="45692" rIns="91384" bIns="45692" numCol="1" anchor="t" anchorCtr="0" compatLnSpc="1"/>
          <a:lstStyle/>
          <a:p>
            <a:pPr lvl="0"/>
            <a:r>
              <a:rPr lang="zh-CN" altLang="en-US"/>
              <a:t>微软雅黑</a:t>
            </a:r>
            <a:endParaRPr lang="en-US" altLang="zh-CN" dirty="0"/>
          </a:p>
        </p:txBody>
      </p:sp>
      <p:pic>
        <p:nvPicPr>
          <p:cNvPr id="2053" name="Picture 10" descr="C:\Users\vivianting\Desktop\未标题8.png"/>
          <p:cNvPicPr>
            <a:picLocks noChangeAspect="1" noChangeArrowheads="1"/>
          </p:cNvPicPr>
          <p:nvPr/>
        </p:nvPicPr>
        <p:blipFill>
          <a:blip r:embed="rId8" cstate="print"/>
          <a:srcRect l="4971" t="1717" r="74190" b="70428"/>
          <a:stretch>
            <a:fillRect/>
          </a:stretch>
        </p:blipFill>
        <p:spPr bwMode="auto">
          <a:xfrm>
            <a:off x="7786689" y="3965449"/>
            <a:ext cx="1357312" cy="1178719"/>
          </a:xfrm>
          <a:prstGeom prst="rect">
            <a:avLst/>
          </a:prstGeom>
          <a:noFill/>
          <a:ln w="9525">
            <a:noFill/>
            <a:miter lim="800000"/>
            <a:headEnd/>
            <a:tailEnd/>
          </a:ln>
        </p:spPr>
      </p:pic>
      <p:cxnSp>
        <p:nvCxnSpPr>
          <p:cNvPr id="9" name="直接连接符 8"/>
          <p:cNvCxnSpPr/>
          <p:nvPr/>
        </p:nvCxnSpPr>
        <p:spPr bwMode="auto">
          <a:xfrm>
            <a:off x="0" y="716756"/>
            <a:ext cx="9144000" cy="0"/>
          </a:xfrm>
          <a:prstGeom prst="line">
            <a:avLst/>
          </a:prstGeom>
          <a:ln w="19050">
            <a:solidFill>
              <a:srgbClr val="FF0000"/>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055" name="Picture 9"/>
          <p:cNvPicPr>
            <a:picLocks noChangeAspect="1" noChangeArrowheads="1"/>
          </p:cNvPicPr>
          <p:nvPr/>
        </p:nvPicPr>
        <p:blipFill>
          <a:blip r:embed="rId9" cstate="print"/>
          <a:srcRect l="10513" t="10342" r="12415" b="6898"/>
          <a:stretch>
            <a:fillRect/>
          </a:stretch>
        </p:blipFill>
        <p:spPr bwMode="auto">
          <a:xfrm>
            <a:off x="7470775" y="39293"/>
            <a:ext cx="1379538" cy="752475"/>
          </a:xfrm>
          <a:prstGeom prst="rect">
            <a:avLst/>
          </a:prstGeom>
          <a:noFill/>
          <a:ln w="9525">
            <a:noFill/>
            <a:miter lim="800000"/>
            <a:headEnd/>
            <a:tailEnd/>
          </a:ln>
        </p:spPr>
      </p:pic>
      <p:sp>
        <p:nvSpPr>
          <p:cNvPr id="30" name="灯片编号占位符 1"/>
          <p:cNvSpPr>
            <a:spLocks noGrp="1"/>
          </p:cNvSpPr>
          <p:nvPr>
            <p:ph type="sldNum" sz="quarter" idx="4"/>
          </p:nvPr>
        </p:nvSpPr>
        <p:spPr bwMode="auto">
          <a:xfrm>
            <a:off x="8316416" y="4840002"/>
            <a:ext cx="396000" cy="216000"/>
          </a:xfrm>
          <a:prstGeom prst="rect">
            <a:avLst/>
          </a:prstGeom>
          <a:ln>
            <a:miter lim="800000"/>
          </a:ln>
        </p:spPr>
        <p:txBody>
          <a:bodyPr lIns="91384" tIns="45692" rIns="91384" bIns="45692"/>
          <a:lstStyle>
            <a:lvl1pPr algn="ctr">
              <a:lnSpc>
                <a:spcPct val="100000"/>
              </a:lnSpc>
              <a:defRPr b="1"/>
            </a:lvl1pPr>
          </a:lstStyle>
          <a:p>
            <a:pPr fontAlgn="base">
              <a:spcBef>
                <a:spcPct val="0"/>
              </a:spcBef>
              <a:spcAft>
                <a:spcPct val="0"/>
              </a:spcAft>
              <a:defRPr/>
            </a:pPr>
            <a:fld id="{03FC912D-3FE9-4018-B22A-84E35E38B07C}" type="slidenum">
              <a:rPr lang="zh-CN" altLang="en-US" sz="1200" smtClean="0">
                <a:solidFill>
                  <a:srgbClr val="000000"/>
                </a:solidFill>
                <a:latin typeface="Arial" panose="020B0604020202020204"/>
                <a:sym typeface="Arial" panose="020B0604020202020204"/>
              </a:rPr>
            </a:fld>
            <a:endParaRPr lang="en-US" altLang="zh-CN" sz="1200" dirty="0">
              <a:solidFill>
                <a:srgbClr val="000000"/>
              </a:solidFill>
              <a:latin typeface="Arial" panose="020B0604020202020204"/>
              <a:sym typeface="Arial" panose="020B0604020202020204"/>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lvl1pPr marL="361950" indent="-36195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cs typeface="+mj-cs"/>
        </a:defRPr>
      </a:lvl1pPr>
      <a:lvl2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2pPr>
      <a:lvl3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3pPr>
      <a:lvl4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4pPr>
      <a:lvl5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7pPr>
      <a:lvl8pPr marL="173228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8pPr>
      <a:lvl9pPr marL="218948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9pPr>
    </p:titleStyle>
    <p:bodyStyle>
      <a:lvl1pPr marL="180975"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4102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6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6565"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095" algn="l" defTabSz="913765" rtl="0" eaLnBrk="1" latinLnBrk="0" hangingPunct="1">
        <a:defRPr sz="1800" kern="1200">
          <a:solidFill>
            <a:schemeClr val="tx1"/>
          </a:solidFill>
          <a:latin typeface="+mn-lt"/>
          <a:ea typeface="+mn-ea"/>
          <a:cs typeface="+mn-cs"/>
        </a:defRPr>
      </a:lvl6pPr>
      <a:lvl7pPr marL="2741295" algn="l" defTabSz="913765" rtl="0" eaLnBrk="1" latinLnBrk="0" hangingPunct="1">
        <a:defRPr sz="1800" kern="1200">
          <a:solidFill>
            <a:schemeClr val="tx1"/>
          </a:solidFill>
          <a:latin typeface="+mn-lt"/>
          <a:ea typeface="+mn-ea"/>
          <a:cs typeface="+mn-cs"/>
        </a:defRPr>
      </a:lvl7pPr>
      <a:lvl8pPr marL="3197860" algn="l" defTabSz="913765" rtl="0" eaLnBrk="1" latinLnBrk="0" hangingPunct="1">
        <a:defRPr sz="1800" kern="1200">
          <a:solidFill>
            <a:schemeClr val="tx1"/>
          </a:solidFill>
          <a:latin typeface="+mn-lt"/>
          <a:ea typeface="+mn-ea"/>
          <a:cs typeface="+mn-cs"/>
        </a:defRPr>
      </a:lvl8pPr>
      <a:lvl9pPr marL="365506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8125187" y="3964805"/>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49" tIns="34289" rIns="68549"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3" y="392"/>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49" tIns="34289" rIns="68549"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46727" y="71406"/>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46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5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165"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130"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noChangeArrowheads="1"/>
          </p:cNvPicPr>
          <p:nvPr/>
        </p:nvPicPr>
        <p:blipFill>
          <a:blip r:embed="rId11" cstate="print"/>
          <a:srcRect/>
          <a:stretch>
            <a:fillRect/>
          </a:stretch>
        </p:blipFill>
        <p:spPr bwMode="auto">
          <a:xfrm>
            <a:off x="8124827" y="3964802"/>
            <a:ext cx="1019175" cy="1178719"/>
          </a:xfrm>
          <a:prstGeom prst="rect">
            <a:avLst/>
          </a:prstGeom>
          <a:noFill/>
          <a:ln w="9525">
            <a:noFill/>
            <a:miter lim="800000"/>
            <a:headEnd/>
            <a:tailEnd/>
          </a:ln>
        </p:spPr>
      </p:pic>
      <p:sp>
        <p:nvSpPr>
          <p:cNvPr id="6" name="Slide Number Placeholder 5"/>
          <p:cNvSpPr>
            <a:spLocks noGrp="1"/>
          </p:cNvSpPr>
          <p:nvPr>
            <p:ph type="sldNum" sz="quarter" idx="4"/>
          </p:nvPr>
        </p:nvSpPr>
        <p:spPr>
          <a:xfrm>
            <a:off x="8162927" y="4808955"/>
            <a:ext cx="866775" cy="334565"/>
          </a:xfrm>
          <a:prstGeom prst="rect">
            <a:avLst/>
          </a:prstGeom>
        </p:spPr>
        <p:txBody>
          <a:bodyPr vert="horz" wrap="square" lIns="68550" tIns="34289" rIns="68550" bIns="34289" numCol="1" anchor="ctr" anchorCtr="0" compatLnSpc="1"/>
          <a:lstStyle>
            <a:lvl1pPr algn="r" eaLnBrk="1" hangingPunct="1">
              <a:defRPr sz="1100">
                <a:effectLst>
                  <a:outerShdw blurRad="38100" dist="38100" dir="2700000" algn="tl">
                    <a:srgbClr val="C0C0C0"/>
                  </a:outerShdw>
                </a:effectLst>
                <a:latin typeface="微软雅黑" panose="020B0503020204020204" pitchFamily="34" charset="-122"/>
              </a:defRPr>
            </a:lvl1pPr>
          </a:lstStyle>
          <a:p>
            <a:pPr defTabSz="913765" fontAlgn="base">
              <a:spcBef>
                <a:spcPct val="0"/>
              </a:spcBef>
              <a:spcAft>
                <a:spcPct val="0"/>
              </a:spcAft>
            </a:pPr>
            <a:fld id="{5F177998-3C57-47D9-AC27-0A230E30C9DE}" type="slidenum">
              <a:rPr lang="zh-CN" altLang="en-US" smtClean="0">
                <a:solidFill>
                  <a:prstClr val="black"/>
                </a:solidFill>
              </a:rPr>
            </a:fld>
            <a:endParaRPr lang="zh-CN" altLang="en-US">
              <a:solidFill>
                <a:prstClr val="black"/>
              </a:solidFill>
            </a:endParaRPr>
          </a:p>
        </p:txBody>
      </p:sp>
      <p:cxnSp>
        <p:nvCxnSpPr>
          <p:cNvPr id="8" name="直接连接符 7"/>
          <p:cNvCxnSpPr/>
          <p:nvPr/>
        </p:nvCxnSpPr>
        <p:spPr bwMode="auto">
          <a:xfrm flipV="1">
            <a:off x="0" y="708422"/>
            <a:ext cx="7608094" cy="8334"/>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029" name="Picture 16"/>
          <p:cNvPicPr>
            <a:picLocks noChangeAspect="1" noChangeArrowheads="1"/>
          </p:cNvPicPr>
          <p:nvPr/>
        </p:nvPicPr>
        <p:blipFill>
          <a:blip r:embed="rId12" cstate="print"/>
          <a:srcRect/>
          <a:stretch>
            <a:fillRect/>
          </a:stretch>
        </p:blipFill>
        <p:spPr bwMode="auto">
          <a:xfrm>
            <a:off x="0" y="2"/>
            <a:ext cx="703660" cy="695325"/>
          </a:xfrm>
          <a:prstGeom prst="rect">
            <a:avLst/>
          </a:prstGeom>
          <a:noFill/>
          <a:ln w="9525">
            <a:noFill/>
            <a:miter lim="800000"/>
            <a:headEnd/>
            <a:tailEnd/>
          </a:ln>
        </p:spPr>
      </p:pic>
      <p:sp>
        <p:nvSpPr>
          <p:cNvPr id="1030" name="Title Placeholder 1"/>
          <p:cNvSpPr>
            <a:spLocks noGrp="1"/>
          </p:cNvSpPr>
          <p:nvPr>
            <p:ph type="title"/>
          </p:nvPr>
        </p:nvSpPr>
        <p:spPr bwMode="auto">
          <a:xfrm>
            <a:off x="628650" y="140498"/>
            <a:ext cx="6800850" cy="473869"/>
          </a:xfrm>
          <a:prstGeom prst="rect">
            <a:avLst/>
          </a:prstGeom>
          <a:noFill/>
          <a:ln w="9525">
            <a:noFill/>
            <a:miter lim="800000"/>
          </a:ln>
        </p:spPr>
        <p:txBody>
          <a:bodyPr vert="horz" wrap="square" lIns="68550" tIns="34289" rIns="68550" bIns="34289" numCol="1" anchor="ctr" anchorCtr="0" compatLnSpc="1"/>
          <a:lstStyle/>
          <a:p>
            <a:pPr lvl="0"/>
            <a:r>
              <a:rPr lang="zh-CN" altLang="en-US"/>
              <a:t>单击此处编辑母版标题样式</a:t>
            </a:r>
            <a:endParaRPr lang="en-US"/>
          </a:p>
        </p:txBody>
      </p:sp>
      <p:sp>
        <p:nvSpPr>
          <p:cNvPr id="1031" name="Text Placeholder 2"/>
          <p:cNvSpPr>
            <a:spLocks noGrp="1"/>
          </p:cNvSpPr>
          <p:nvPr>
            <p:ph type="body" idx="1"/>
          </p:nvPr>
        </p:nvSpPr>
        <p:spPr bwMode="auto">
          <a:xfrm>
            <a:off x="244080" y="807244"/>
            <a:ext cx="8655844" cy="4001691"/>
          </a:xfrm>
          <a:prstGeom prst="rect">
            <a:avLst/>
          </a:prstGeom>
          <a:noFill/>
          <a:ln w="19050">
            <a:solidFill>
              <a:srgbClr val="C00000"/>
            </a:solidFill>
            <a:miter lim="800000"/>
          </a:ln>
        </p:spPr>
        <p:txBody>
          <a:bodyPr vert="horz" wrap="square" lIns="0" tIns="0" rIns="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cxnSp>
        <p:nvCxnSpPr>
          <p:cNvPr id="15" name="直接连接符 14"/>
          <p:cNvCxnSpPr/>
          <p:nvPr/>
        </p:nvCxnSpPr>
        <p:spPr bwMode="auto">
          <a:xfrm>
            <a:off x="8622507" y="708422"/>
            <a:ext cx="521494"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033" name="图片 18"/>
          <p:cNvPicPr>
            <a:picLocks noChangeAspect="1"/>
          </p:cNvPicPr>
          <p:nvPr/>
        </p:nvPicPr>
        <p:blipFill>
          <a:blip r:embed="rId13" cstate="print"/>
          <a:srcRect/>
          <a:stretch>
            <a:fillRect/>
          </a:stretch>
        </p:blipFill>
        <p:spPr bwMode="auto">
          <a:xfrm>
            <a:off x="7646213" y="71437"/>
            <a:ext cx="976313" cy="672704"/>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hdr="0" ftr="0" dt="0"/>
  <p:txStyles>
    <p:titleStyle>
      <a:lvl1pPr algn="l" rtl="0" fontAlgn="base">
        <a:lnSpc>
          <a:spcPct val="90000"/>
        </a:lnSpc>
        <a:spcBef>
          <a:spcPct val="0"/>
        </a:spcBef>
        <a:spcAft>
          <a:spcPct val="0"/>
        </a:spcAft>
        <a:defRPr lang="zh-CN" altLang="en-US" sz="2300" b="1" kern="1200" dirty="0">
          <a:solidFill>
            <a:schemeClr val="tx1"/>
          </a:solidFill>
          <a:latin typeface="+mj-ea"/>
          <a:ea typeface="+mj-ea"/>
          <a:cs typeface="+mj-cs"/>
        </a:defRPr>
      </a:lvl1pPr>
      <a:lvl2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2pPr>
      <a:lvl3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3pPr>
      <a:lvl4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4pPr>
      <a:lvl5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5pPr>
      <a:lvl6pPr marL="342900"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6pPr>
      <a:lvl7pPr marL="685165"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7pPr>
      <a:lvl8pPr marL="1028065"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8pPr>
      <a:lvl9pPr marL="1370965"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9pPr>
    </p:titleStyle>
    <p:bodyStyle>
      <a:lvl1pPr marL="171450" indent="171450" algn="l" rtl="0" fontAlgn="base">
        <a:lnSpc>
          <a:spcPct val="150000"/>
        </a:lnSpc>
        <a:spcBef>
          <a:spcPts val="750"/>
        </a:spcBef>
        <a:spcAft>
          <a:spcPct val="0"/>
        </a:spcAft>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rtl="0" fontAlgn="base">
        <a:lnSpc>
          <a:spcPct val="150000"/>
        </a:lnSpc>
        <a:spcBef>
          <a:spcPts val="375"/>
        </a:spcBef>
        <a:spcAft>
          <a:spcPct val="0"/>
        </a:spcAft>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rtl="0" fontAlgn="base">
        <a:lnSpc>
          <a:spcPct val="150000"/>
        </a:lnSpc>
        <a:spcBef>
          <a:spcPts val="375"/>
        </a:spcBef>
        <a:spcAft>
          <a:spcPct val="0"/>
        </a:spcAft>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rtl="0" fontAlgn="base">
        <a:lnSpc>
          <a:spcPct val="150000"/>
        </a:lnSpc>
        <a:spcBef>
          <a:spcPts val="375"/>
        </a:spcBef>
        <a:spcAft>
          <a:spcPct val="0"/>
        </a:spcAft>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rtl="0" fontAlgn="base">
        <a:lnSpc>
          <a:spcPct val="150000"/>
        </a:lnSpc>
        <a:spcBef>
          <a:spcPts val="375"/>
        </a:spcBef>
        <a:spcAft>
          <a:spcPct val="0"/>
        </a:spcAft>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5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165"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130"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10">
            <a:extLst>
              <a:ext uri="{28A0092B-C50C-407E-A947-70E740481C1C}">
                <a14:useLocalDpi xmlns:a14="http://schemas.microsoft.com/office/drawing/2010/main" val="0"/>
              </a:ext>
            </a:extLst>
          </a:blip>
          <a:stretch>
            <a:fillRect/>
          </a:stretch>
        </p:blipFill>
        <p:spPr bwMode="auto">
          <a:xfrm>
            <a:off x="8125187" y="3964802"/>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53" tIns="34289" rIns="68553"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53" tIns="34289" rIns="68553"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5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8125187" y="3964800"/>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56" tIns="34289" rIns="68556"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56" tIns="34289" rIns="68556"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125187" y="3964795"/>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64" tIns="34289" rIns="68564"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64" tIns="34289" rIns="68564"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125187" y="3964791"/>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70" tIns="34289" rIns="68570"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70" tIns="34289" rIns="68570"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3050"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1600" algn="l" defTabSz="685165" rtl="0" eaLnBrk="1" latinLnBrk="0" hangingPunct="1">
        <a:defRPr sz="1400" kern="1200">
          <a:solidFill>
            <a:schemeClr val="tx1"/>
          </a:solidFill>
          <a:latin typeface="+mn-lt"/>
          <a:ea typeface="+mn-ea"/>
          <a:cs typeface="+mn-cs"/>
        </a:defRPr>
      </a:lvl5pPr>
      <a:lvl6pPr marL="1714500"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125185" y="3964784"/>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80" tIns="34290" rIns="68580" bIns="34290"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800"/>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391"/>
            <a:ext cx="703847" cy="694587"/>
          </a:xfrm>
          <a:prstGeom prst="rect">
            <a:avLst/>
          </a:prstGeom>
          <a:noFill/>
          <a:ln>
            <a:noFill/>
          </a:ln>
        </p:spPr>
      </p:pic>
      <p:sp>
        <p:nvSpPr>
          <p:cNvPr id="2" name="Title Placeholder 1"/>
          <p:cNvSpPr>
            <a:spLocks noGrp="1"/>
          </p:cNvSpPr>
          <p:nvPr>
            <p:ph type="title"/>
          </p:nvPr>
        </p:nvSpPr>
        <p:spPr>
          <a:xfrm>
            <a:off x="628652" y="140917"/>
            <a:ext cx="6801317" cy="473447"/>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0"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3"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6726"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Lst>
  <p:hf hdr="0" ftr="0" dt="0"/>
  <p:txStyles>
    <p:titleStyle>
      <a:lvl1pPr algn="l" defTabSz="685800"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800"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800"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800"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800"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3050" indent="171450" algn="l" defTabSz="685800"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8125187" y="3964794"/>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65" tIns="34289" rIns="68565"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65" tIns="34289" rIns="68565"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8125186" y="3964785"/>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79" tIns="34289" rIns="68579"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 y="391"/>
            <a:ext cx="703847" cy="694587"/>
          </a:xfrm>
          <a:prstGeom prst="rect">
            <a:avLst/>
          </a:prstGeom>
          <a:noFill/>
          <a:ln>
            <a:noFill/>
          </a:ln>
        </p:spPr>
      </p:pic>
      <p:sp>
        <p:nvSpPr>
          <p:cNvPr id="2" name="Title Placeholder 1"/>
          <p:cNvSpPr>
            <a:spLocks noGrp="1"/>
          </p:cNvSpPr>
          <p:nvPr>
            <p:ph type="title"/>
          </p:nvPr>
        </p:nvSpPr>
        <p:spPr>
          <a:xfrm>
            <a:off x="628653" y="140918"/>
            <a:ext cx="6801317" cy="473447"/>
          </a:xfrm>
          <a:prstGeom prst="rect">
            <a:avLst/>
          </a:prstGeom>
        </p:spPr>
        <p:txBody>
          <a:bodyPr vert="horz" lIns="68579" tIns="34289" rIns="68579"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4"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3050"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1600" algn="l" defTabSz="685165" rtl="0" eaLnBrk="1" latinLnBrk="0" hangingPunct="1">
        <a:defRPr sz="1400" kern="1200">
          <a:solidFill>
            <a:schemeClr val="tx1"/>
          </a:solidFill>
          <a:latin typeface="+mn-lt"/>
          <a:ea typeface="+mn-ea"/>
          <a:cs typeface="+mn-cs"/>
        </a:defRPr>
      </a:lvl5pPr>
      <a:lvl6pPr marL="1714500" algn="l" defTabSz="685165" rtl="0" eaLnBrk="1" latinLnBrk="0" hangingPunct="1">
        <a:defRPr sz="1400" kern="1200">
          <a:solidFill>
            <a:schemeClr val="tx1"/>
          </a:solidFill>
          <a:latin typeface="+mn-lt"/>
          <a:ea typeface="+mn-ea"/>
          <a:cs typeface="+mn-cs"/>
        </a:defRPr>
      </a:lvl6pPr>
      <a:lvl7pPr marL="2057400" algn="l" defTabSz="685165" rtl="0" eaLnBrk="1" latinLnBrk="0" hangingPunct="1">
        <a:defRPr sz="1400" kern="1200">
          <a:solidFill>
            <a:schemeClr val="tx1"/>
          </a:solidFill>
          <a:latin typeface="+mn-lt"/>
          <a:ea typeface="+mn-ea"/>
          <a:cs typeface="+mn-cs"/>
        </a:defRPr>
      </a:lvl7pPr>
      <a:lvl8pPr marL="2400300" algn="l" defTabSz="685165" rtl="0" eaLnBrk="1" latinLnBrk="0" hangingPunct="1">
        <a:defRPr sz="1400" kern="1200">
          <a:solidFill>
            <a:schemeClr val="tx1"/>
          </a:solidFill>
          <a:latin typeface="+mn-lt"/>
          <a:ea typeface="+mn-ea"/>
          <a:cs typeface="+mn-cs"/>
        </a:defRPr>
      </a:lvl8pPr>
      <a:lvl9pPr marL="2743200" algn="l" defTabSz="685165" rtl="0" eaLnBrk="1" latinLnBrk="0" hangingPunct="1">
        <a:defRPr sz="1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12">
            <a:extLst>
              <a:ext uri="{28A0092B-C50C-407E-A947-70E740481C1C}">
                <a14:useLocalDpi xmlns:a14="http://schemas.microsoft.com/office/drawing/2010/main" val="0"/>
              </a:ext>
            </a:extLst>
          </a:blip>
          <a:stretch>
            <a:fillRect/>
          </a:stretch>
        </p:blipFill>
        <p:spPr bwMode="auto">
          <a:xfrm>
            <a:off x="8125187" y="3964797"/>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65" tIns="34289" rIns="68565"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12" y="392"/>
            <a:ext cx="703847" cy="694587"/>
          </a:xfrm>
          <a:prstGeom prst="rect">
            <a:avLst/>
          </a:prstGeom>
          <a:noFill/>
          <a:ln>
            <a:noFill/>
          </a:ln>
        </p:spPr>
      </p:pic>
      <p:sp>
        <p:nvSpPr>
          <p:cNvPr id="2" name="Title Placeholder 1"/>
          <p:cNvSpPr>
            <a:spLocks noGrp="1"/>
          </p:cNvSpPr>
          <p:nvPr>
            <p:ph type="title"/>
          </p:nvPr>
        </p:nvSpPr>
        <p:spPr>
          <a:xfrm>
            <a:off x="628662" y="140927"/>
            <a:ext cx="6801317" cy="473447"/>
          </a:xfrm>
          <a:prstGeom prst="rect">
            <a:avLst/>
          </a:prstGeom>
        </p:spPr>
        <p:txBody>
          <a:bodyPr vert="horz" lIns="68565" tIns="34289" rIns="68565"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4"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646727" y="71412"/>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9.xml"/></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5.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2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5.xml"/><Relationship Id="rId2" Type="http://schemas.openxmlformats.org/officeDocument/2006/relationships/image" Target="../media/image13.png"/><Relationship Id="rId1" Type="http://schemas.openxmlformats.org/officeDocument/2006/relationships/tags" Target="../tags/tag2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5.xml"/><Relationship Id="rId2" Type="http://schemas.openxmlformats.org/officeDocument/2006/relationships/image" Target="../media/image14.png"/><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5.png"/><Relationship Id="rId1" Type="http://schemas.openxmlformats.org/officeDocument/2006/relationships/tags" Target="../tags/tag2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6.png"/><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2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7.png"/><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5.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tags" Target="../tags/tag29.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tags" Target="../tags/tag3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3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3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35.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5.xml"/><Relationship Id="rId2" Type="http://schemas.openxmlformats.org/officeDocument/2006/relationships/image" Target="../media/image28.png"/><Relationship Id="rId1" Type="http://schemas.openxmlformats.org/officeDocument/2006/relationships/tags" Target="../tags/tag3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9.jpeg"/><Relationship Id="rId1" Type="http://schemas.openxmlformats.org/officeDocument/2006/relationships/tags" Target="../tags/tag3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30.jpeg"/><Relationship Id="rId1" Type="http://schemas.openxmlformats.org/officeDocument/2006/relationships/tags" Target="../tags/tag3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3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ctrTitle"/>
          </p:nvPr>
        </p:nvSpPr>
        <p:spPr>
          <a:xfrm>
            <a:off x="179588" y="1275606"/>
            <a:ext cx="8426921" cy="2232248"/>
          </a:xfrm>
        </p:spPr>
        <p:txBody>
          <a:bodyPr/>
          <a:lstStyle/>
          <a:p>
            <a:pPr marL="361950" algn="ctr">
              <a:lnSpc>
                <a:spcPct val="130000"/>
              </a:lnSpc>
            </a:pPr>
            <a:r>
              <a:rPr lang="en-US" altLang="zh-CN" sz="3200" dirty="0">
                <a:sym typeface="Arial" panose="020B0604020202020204"/>
              </a:rPr>
              <a:t>  </a:t>
            </a:r>
            <a:r>
              <a:rPr lang="zh-CN" altLang="en-US" sz="3200" dirty="0">
                <a:sym typeface="Arial" panose="020B0604020202020204"/>
              </a:rPr>
              <a:t>容器引擎</a:t>
            </a:r>
            <a:r>
              <a:rPr lang="en-US" altLang="zh-CN" sz="3200" dirty="0">
                <a:sym typeface="Arial" panose="020B0604020202020204"/>
              </a:rPr>
              <a:t>k8s</a:t>
            </a:r>
            <a:r>
              <a:rPr lang="zh-CN" altLang="en-US" sz="3200" dirty="0">
                <a:sym typeface="Arial" panose="020B0604020202020204"/>
              </a:rPr>
              <a:t>迁移</a:t>
            </a:r>
            <a:br>
              <a:rPr lang="zh-CN" altLang="en-US" sz="3200" dirty="0">
                <a:sym typeface="Arial" panose="020B0604020202020204"/>
              </a:rPr>
            </a:br>
            <a:r>
              <a:rPr lang="en-US" altLang="zh-CN" sz="3200" dirty="0">
                <a:sym typeface="Arial" panose="020B0604020202020204"/>
              </a:rPr>
              <a:t>CCE&gt;CSK</a:t>
            </a:r>
            <a:endParaRPr lang="en-US" altLang="zh-CN" sz="3200" dirty="0">
              <a:solidFill>
                <a:schemeClr val="bg1"/>
              </a:solidFill>
              <a:sym typeface="Arial" panose="020B0604020202020204"/>
            </a:endParaRPr>
          </a:p>
        </p:txBody>
      </p:sp>
      <p:sp>
        <p:nvSpPr>
          <p:cNvPr id="6" name="副标题 2"/>
          <p:cNvSpPr txBox="1"/>
          <p:nvPr/>
        </p:nvSpPr>
        <p:spPr>
          <a:xfrm>
            <a:off x="1382940" y="3914096"/>
            <a:ext cx="6429420" cy="961910"/>
          </a:xfrm>
          <a:prstGeom prst="rect">
            <a:avLst/>
          </a:prstGeom>
        </p:spPr>
        <p:txBody>
          <a:bodyPr lIns="91398" tIns="45699" rIns="91398" bIns="45699">
            <a:normAutofit/>
          </a:bodyPr>
          <a:lstStyle/>
          <a:p>
            <a:pPr marL="180975" indent="-180975" algn="ctr" defTabSz="913765" fontAlgn="ctr">
              <a:lnSpc>
                <a:spcPct val="150000"/>
              </a:lnSpc>
              <a:spcBef>
                <a:spcPct val="20000"/>
              </a:spcBef>
              <a:spcAft>
                <a:spcPct val="0"/>
              </a:spcAft>
              <a:buClr>
                <a:schemeClr val="accent1"/>
              </a:buClr>
              <a:buSzPct val="60000"/>
              <a:defRPr/>
            </a:pPr>
            <a:r>
              <a:rPr lang="zh-CN" altLang="en-US" b="1" kern="0" dirty="0" smtClean="0">
                <a:latin typeface="微软雅黑" panose="020B0503020204020204" pitchFamily="34" charset="-122"/>
                <a:ea typeface="微软雅黑" panose="020B0503020204020204" pitchFamily="34" charset="-122"/>
              </a:rPr>
              <a:t>联通云  </a:t>
            </a:r>
            <a:r>
              <a:rPr lang="zh-CN" altLang="en-US" b="1" kern="0" dirty="0" smtClean="0">
                <a:latin typeface="微软雅黑" panose="020B0503020204020204" pitchFamily="34" charset="-122"/>
                <a:ea typeface="微软雅黑" panose="020B0503020204020204" pitchFamily="34" charset="-122"/>
              </a:rPr>
              <a:t>刘振华</a:t>
            </a:r>
            <a:endParaRPr lang="zh-CN" altLang="en-US" b="1" kern="0" dirty="0" smtClean="0">
              <a:latin typeface="微软雅黑" panose="020B0503020204020204" pitchFamily="34" charset="-122"/>
              <a:ea typeface="微软雅黑" panose="020B0503020204020204" pitchFamily="34" charset="-122"/>
            </a:endParaRPr>
          </a:p>
        </p:txBody>
      </p:sp>
      <p:sp>
        <p:nvSpPr>
          <p:cNvPr id="7" name="文本占位符 3"/>
          <p:cNvSpPr txBox="1"/>
          <p:nvPr/>
        </p:nvSpPr>
        <p:spPr>
          <a:xfrm>
            <a:off x="3607208" y="4360273"/>
            <a:ext cx="2071702" cy="731757"/>
          </a:xfrm>
          <a:prstGeom prst="rect">
            <a:avLst/>
          </a:prstGeom>
        </p:spPr>
        <p:txBody>
          <a:bodyPr lIns="91398" tIns="45699" rIns="91398" bIns="45699"/>
          <a:lstStyle/>
          <a:p>
            <a:pPr marL="180975" indent="-180975" algn="ctr" defTabSz="913765" fontAlgn="ctr">
              <a:lnSpc>
                <a:spcPct val="150000"/>
              </a:lnSpc>
              <a:spcBef>
                <a:spcPct val="20000"/>
              </a:spcBef>
              <a:spcAft>
                <a:spcPct val="0"/>
              </a:spcAft>
              <a:buClr>
                <a:schemeClr val="accent1"/>
              </a:buClr>
              <a:buSzPct val="60000"/>
              <a:defRPr/>
            </a:pPr>
            <a:r>
              <a:rPr lang="en-US" altLang="zh-CN" b="1" kern="0" dirty="0" smtClean="0">
                <a:latin typeface="微软雅黑" panose="020B0503020204020204" pitchFamily="34" charset="-122"/>
                <a:ea typeface="微软雅黑" panose="020B0503020204020204" pitchFamily="34" charset="-122"/>
              </a:rPr>
              <a:t>2024</a:t>
            </a:r>
            <a:r>
              <a:rPr lang="zh-CN" altLang="en-US" b="1" kern="0" dirty="0" smtClean="0">
                <a:latin typeface="微软雅黑" panose="020B0503020204020204" pitchFamily="34" charset="-122"/>
                <a:ea typeface="微软雅黑" panose="020B0503020204020204" pitchFamily="34" charset="-122"/>
              </a:rPr>
              <a:t>年</a:t>
            </a:r>
            <a:r>
              <a:rPr lang="en-US" altLang="zh-CN" b="1" kern="0" dirty="0" smtClean="0">
                <a:latin typeface="微软雅黑" panose="020B0503020204020204" pitchFamily="34" charset="-122"/>
                <a:ea typeface="微软雅黑" panose="020B0503020204020204" pitchFamily="34" charset="-122"/>
              </a:rPr>
              <a:t>8</a:t>
            </a:r>
            <a:r>
              <a:rPr lang="zh-CN" altLang="en-US" b="1" kern="0" dirty="0" smtClean="0">
                <a:latin typeface="微软雅黑" panose="020B0503020204020204" pitchFamily="34" charset="-122"/>
                <a:ea typeface="微软雅黑" panose="020B0503020204020204" pitchFamily="34" charset="-122"/>
              </a:rPr>
              <a:t>月</a:t>
            </a:r>
            <a:endParaRPr lang="zh-CN" altLang="en-US" b="1" kern="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a:xfrm>
            <a:off x="7264980" y="5294575"/>
            <a:ext cx="385763" cy="376238"/>
          </a:xfrm>
        </p:spPr>
        <p:txBody>
          <a:bodyPr/>
          <a:lstStyle/>
          <a:p>
            <a:pPr>
              <a:defRPr/>
            </a:pPr>
            <a:fld id="{21E49756-AF47-4EC4-9128-0854449AE01B}" type="slidenum">
              <a:rPr lang="uk-UA" smtClean="0"/>
            </a:fld>
            <a:endParaRPr lang="uk-UA" dirty="0"/>
          </a:p>
        </p:txBody>
      </p:sp>
      <p:sp>
        <p:nvSpPr>
          <p:cNvPr id="17" name="Rectangle 8"/>
          <p:cNvSpPr>
            <a:spLocks noChangeArrowheads="1"/>
          </p:cNvSpPr>
          <p:nvPr>
            <p:custDataLst>
              <p:tags r:id="rId1"/>
            </p:custDataLst>
          </p:nvPr>
        </p:nvSpPr>
        <p:spPr bwMode="auto">
          <a:xfrm>
            <a:off x="3636010" y="2256790"/>
            <a:ext cx="2950210" cy="387350"/>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容器服务介绍</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Rectangle 6"/>
          <p:cNvSpPr>
            <a:spLocks noChangeArrowheads="1"/>
          </p:cNvSpPr>
          <p:nvPr>
            <p:custDataLst>
              <p:tags r:id="rId2"/>
            </p:custDataLst>
          </p:nvPr>
        </p:nvSpPr>
        <p:spPr bwMode="auto">
          <a:xfrm>
            <a:off x="2340137" y="2251343"/>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第一部分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Rectangle 8"/>
          <p:cNvSpPr>
            <a:spLocks noChangeArrowheads="1"/>
          </p:cNvSpPr>
          <p:nvPr>
            <p:custDataLst>
              <p:tags r:id="rId3"/>
            </p:custDataLst>
          </p:nvPr>
        </p:nvSpPr>
        <p:spPr bwMode="auto">
          <a:xfrm>
            <a:off x="3636010" y="3147695"/>
            <a:ext cx="2950210" cy="387350"/>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容器服务概念</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及原理</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Rectangle 6"/>
          <p:cNvSpPr>
            <a:spLocks noChangeArrowheads="1"/>
          </p:cNvSpPr>
          <p:nvPr>
            <p:custDataLst>
              <p:tags r:id="rId4"/>
            </p:custDataLst>
          </p:nvPr>
        </p:nvSpPr>
        <p:spPr bwMode="auto">
          <a:xfrm>
            <a:off x="2340136" y="3157238"/>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Rectangle 6"/>
          <p:cNvSpPr>
            <a:spLocks noChangeArrowheads="1"/>
          </p:cNvSpPr>
          <p:nvPr>
            <p:custDataLst>
              <p:tags r:id="rId5"/>
            </p:custDataLst>
          </p:nvPr>
        </p:nvSpPr>
        <p:spPr bwMode="auto">
          <a:xfrm>
            <a:off x="2915920" y="1026795"/>
            <a:ext cx="2785110" cy="60134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361950" algn="ctr">
              <a:lnSpc>
                <a:spcPct val="130000"/>
              </a:lnSpc>
            </a:pPr>
            <a:r>
              <a:rPr lang="en-US" altLang="zh-CN" sz="1200" dirty="0">
                <a:solidFill>
                  <a:schemeClr val="bg1"/>
                </a:solidFill>
                <a:sym typeface="Arial" panose="020B0604020202020204"/>
              </a:rPr>
              <a:t>CCE&gt;CSK</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Rectangle 8"/>
          <p:cNvSpPr>
            <a:spLocks noChangeArrowheads="1"/>
          </p:cNvSpPr>
          <p:nvPr>
            <p:custDataLst>
              <p:tags r:id="rId6"/>
            </p:custDataLst>
          </p:nvPr>
        </p:nvSpPr>
        <p:spPr bwMode="auto">
          <a:xfrm>
            <a:off x="3636010" y="4083685"/>
            <a:ext cx="2950210" cy="387350"/>
          </a:xfrm>
          <a:prstGeom prst="rect">
            <a:avLst/>
          </a:prstGeom>
          <a:solidFill>
            <a:schemeClr val="bg1"/>
          </a:solidFill>
          <a:ln w="19050" algn="ctr">
            <a:solidFill>
              <a:srgbClr val="A0A0A0"/>
            </a:solidFill>
            <a:miter lim="800000"/>
          </a:ln>
          <a:effectLst/>
        </p:spPr>
        <p:txBody>
          <a:bodyPr wrap="none" lIns="283439" tIns="34283" rIns="283439" bIns="34283" anchor="ctr"/>
          <a:p>
            <a:pPr algn="l" defTabSz="685165"/>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华为云</a:t>
            </a:r>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CCE</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迁移到联通云</a:t>
            </a:r>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CSK</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Rectangle 6"/>
          <p:cNvSpPr>
            <a:spLocks noChangeArrowheads="1"/>
          </p:cNvSpPr>
          <p:nvPr>
            <p:custDataLst>
              <p:tags r:id="rId7"/>
            </p:custDataLst>
          </p:nvPr>
        </p:nvSpPr>
        <p:spPr bwMode="auto">
          <a:xfrm>
            <a:off x="2340136" y="4093228"/>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三部分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bldLst>
      <p:bldP spid="17" grpId="0" bldLvl="0" animBg="1"/>
      <p:bldP spid="2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什么是容器</a:t>
            </a:r>
            <a:r>
              <a:rPr kumimoji="1" lang="zh-CN" altLang="en-US" dirty="0"/>
              <a:t>引擎</a:t>
            </a:r>
            <a:endParaRPr kumimoji="1" lang="zh-CN" altLang="en-US"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5" name="文本框 4"/>
          <p:cNvSpPr txBox="1"/>
          <p:nvPr/>
        </p:nvSpPr>
        <p:spPr>
          <a:xfrm>
            <a:off x="755650" y="1419860"/>
            <a:ext cx="6609715" cy="1106805"/>
          </a:xfrm>
          <a:prstGeom prst="rect">
            <a:avLst/>
          </a:prstGeom>
          <a:noFill/>
          <a:ln w="19050">
            <a:solidFill>
              <a:schemeClr val="bg1"/>
            </a:solidFill>
          </a:ln>
        </p:spPr>
        <p:txBody>
          <a:bodyPr wrap="square" rtlCol="0">
            <a:spAutoFit/>
          </a:bodyPr>
          <a:lstStyle/>
          <a:p>
            <a:pPr marL="342900" indent="-342900" algn="l">
              <a:lnSpc>
                <a:spcPct val="150000"/>
              </a:lnSpc>
              <a:buClr>
                <a:srgbClr val="FF0000"/>
              </a:buClr>
              <a:buFont typeface="Wingdings" panose="05000000000000000000" pitchFamily="2" charset="2"/>
              <a:buChar char="n"/>
            </a:pPr>
            <a:r>
              <a:rPr lang="zh-CN" altLang="en-US" sz="1100" b="1" dirty="0" smtClean="0">
                <a:latin typeface="+mn-ea"/>
              </a:rPr>
              <a:t>这是一个企业级的 Kubernetes 集群托管服务，能帮你管理从应用开发到部署再到运维的整个过程。简单来说，它就像是你应用的保姆，帮你照顾好应用的每一步。比如，你有一个在线商店应用，这个服务会帮你在云上快速部署这个应用，确保在购物节流量暴增时，也能自动扩展，保持运行流畅，不需要你自己操心。</a:t>
            </a:r>
            <a:endParaRPr lang="zh-CN" altLang="en-US" sz="11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第一部分：容器服务</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介绍</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内容占位符 1"/>
          <p:cNvSpPr>
            <a:spLocks noGrp="1"/>
          </p:cNvSpPr>
          <p:nvPr/>
        </p:nvSpPr>
        <p:spPr>
          <a:xfrm>
            <a:off x="395605" y="2499360"/>
            <a:ext cx="8129905" cy="2520315"/>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zh-CN" altLang="en-US" dirty="0"/>
              <a:t>为什么选择云容器引擎</a:t>
            </a:r>
            <a:endParaRPr kumimoji="1" lang="zh-CN" altLang="en-US" dirty="0"/>
          </a:p>
        </p:txBody>
      </p:sp>
      <p:sp>
        <p:nvSpPr>
          <p:cNvPr id="7" name="文本框 6"/>
          <p:cNvSpPr txBox="1"/>
          <p:nvPr/>
        </p:nvSpPr>
        <p:spPr>
          <a:xfrm>
            <a:off x="755650" y="3004185"/>
            <a:ext cx="6609715" cy="1868805"/>
          </a:xfrm>
          <a:prstGeom prst="rect">
            <a:avLst/>
          </a:prstGeom>
          <a:noFill/>
          <a:ln w="19050">
            <a:solidFill>
              <a:schemeClr val="bg1"/>
            </a:solidFill>
          </a:ln>
        </p:spPr>
        <p:txBody>
          <a:bodyPr wrap="square" rtlCol="0">
            <a:spAutoFit/>
          </a:bodyPr>
          <a:p>
            <a:pPr marL="342900" indent="-342900" algn="l">
              <a:lnSpc>
                <a:spcPct val="150000"/>
              </a:lnSpc>
              <a:buClr>
                <a:srgbClr val="FF0000"/>
              </a:buClr>
              <a:buFont typeface="Wingdings" panose="05000000000000000000" pitchFamily="2" charset="2"/>
              <a:buChar char="n"/>
            </a:pPr>
            <a:r>
              <a:rPr lang="zh-CN" altLang="en-US" sz="1100" b="1" dirty="0" smtClean="0">
                <a:latin typeface="+mn-ea"/>
              </a:rPr>
              <a:t>云容器引擎深度整合了高性能的计算、网络和存储资源，比如像 ECS、BMS 这样的计算服务，VPC、EIP、ELB 这样的网络服务，以及 EVS、OBS、SFS 这样的存储服务。它还支持各种异构计算架构，如 GPU、NPU、ARM 等，并能利用多可用区和多区域的容灾技术，帮你构建高可用的 Kubernetes 集群。</a:t>
            </a:r>
            <a:endParaRPr lang="zh-CN" altLang="en-US" sz="1100" b="1" dirty="0" smtClean="0">
              <a:latin typeface="+mn-ea"/>
            </a:endParaRPr>
          </a:p>
          <a:p>
            <a:pPr marL="342900" indent="-342900" algn="l">
              <a:lnSpc>
                <a:spcPct val="150000"/>
              </a:lnSpc>
              <a:buClr>
                <a:srgbClr val="FF0000"/>
              </a:buClr>
              <a:buFont typeface="Wingdings" panose="05000000000000000000" pitchFamily="2" charset="2"/>
              <a:buChar char="n"/>
            </a:pPr>
            <a:endParaRPr lang="zh-CN" altLang="en-US" sz="1100" b="1"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100" b="1" dirty="0" smtClean="0">
                <a:latin typeface="+mn-ea"/>
              </a:rPr>
              <a:t>简单来说，你的应用可以在不同的物理区域之间分布，即使一个区域出现问题，另一个区域也能接手，确保应用不受影响。</a:t>
            </a:r>
            <a:endParaRPr lang="zh-CN" altLang="en-US" sz="1100" b="1" dirty="0" smtClean="0">
              <a:latin typeface="+mn-ea"/>
            </a:endParaRPr>
          </a:p>
        </p:txBody>
      </p:sp>
    </p:spTree>
  </p:cSld>
  <p:clrMapOvr>
    <a:masterClrMapping/>
  </p:clrMapOvr>
  <p:timing>
    <p:tnLst>
      <p:par>
        <p:cTn id="1" dur="indefinite" restart="never" nodeType="tmRoot"/>
      </p:par>
    </p:tnLst>
    <p:bldLst>
      <p:bldP spid="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8219440" cy="4177030"/>
          </a:xfrm>
        </p:spPr>
        <p:txBody>
          <a:bodyPr/>
          <a:lstStyle/>
          <a:p>
            <a:r>
              <a:rPr kumimoji="1" lang="zh-CN" altLang="en-US" dirty="0"/>
              <a:t>自建</a:t>
            </a:r>
            <a:r>
              <a:rPr kumimoji="1" lang="en-US" altLang="zh-CN" dirty="0"/>
              <a:t>k8s</a:t>
            </a:r>
            <a:r>
              <a:rPr kumimoji="1" lang="zh-CN" altLang="en-US" dirty="0"/>
              <a:t>和云容器</a:t>
            </a:r>
            <a:r>
              <a:rPr kumimoji="1" lang="zh-CN" altLang="en-US" dirty="0"/>
              <a:t>引擎</a:t>
            </a:r>
            <a:endParaRPr kumimoji="1" lang="zh-CN" altLang="en-US"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5" name="文本框 4"/>
          <p:cNvSpPr txBox="1"/>
          <p:nvPr/>
        </p:nvSpPr>
        <p:spPr>
          <a:xfrm>
            <a:off x="755650" y="1419860"/>
            <a:ext cx="6609715" cy="3553460"/>
          </a:xfrm>
          <a:prstGeom prst="rect">
            <a:avLst/>
          </a:prstGeom>
          <a:noFill/>
          <a:ln w="19050">
            <a:solidFill>
              <a:schemeClr val="bg1"/>
            </a:solidFill>
          </a:ln>
        </p:spPr>
        <p:txBody>
          <a:bodyPr wrap="square" rtlCol="0">
            <a:spAutoFit/>
          </a:bodyPr>
          <a:lstStyle/>
          <a:p>
            <a:pPr marL="342900" indent="-342900" algn="l">
              <a:lnSpc>
                <a:spcPct val="150000"/>
              </a:lnSpc>
              <a:buClr>
                <a:srgbClr val="FF0000"/>
              </a:buClr>
              <a:buFont typeface="Wingdings" panose="05000000000000000000" pitchFamily="2" charset="2"/>
              <a:buChar char="n"/>
            </a:pPr>
            <a:r>
              <a:rPr lang="zh-CN" altLang="en-US" sz="1000" b="1" dirty="0" smtClean="0">
                <a:latin typeface="+mn-ea"/>
              </a:rPr>
              <a:t>易用性</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自建 Kubernetes 集群：管理复杂，需要自己安装、操作、扩展，升级时还要面对大量运维工作。</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云容器引擎：简单易用，一键创建和升级 Kubernetes 集群，自动化运维，省心省力。</a:t>
            </a:r>
            <a:endParaRPr lang="zh-CN" altLang="en-US" sz="1000" b="1"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000" b="1" dirty="0" smtClean="0">
                <a:latin typeface="+mn-ea"/>
              </a:rPr>
              <a:t>可扩展性</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自建 Kubernetes 集群：需要手动根据流量调整，扩展性差。</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云容器引擎：自动扩容缩容，灵活应对业务高峰，支持多种弹性策略。</a:t>
            </a:r>
            <a:endParaRPr lang="zh-CN" altLang="en-US" sz="1000" b="1"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000" b="1" dirty="0" smtClean="0">
                <a:latin typeface="+mn-ea"/>
              </a:rPr>
              <a:t>可靠性</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自建 Kubernetes 集群：存在安全漏洞和配置错误的风险。</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云容器引擎：提供经过安全加固和稳定测试的系统镜像，提升可靠性和安全性。</a:t>
            </a:r>
            <a:endParaRPr lang="zh-CN" altLang="en-US" sz="1000" b="1"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000" b="1" dirty="0" smtClean="0">
                <a:latin typeface="+mn-ea"/>
              </a:rPr>
              <a:t>高效性</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自建 Kubernetes 集群：镜像拉取效率低。</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云容器引擎：采用并行传输，快速部署镜像，提高容器交付效率。</a:t>
            </a:r>
            <a:endParaRPr lang="zh-CN" altLang="en-US" sz="1000" b="1"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000" b="1" dirty="0" smtClean="0">
                <a:latin typeface="+mn-ea"/>
              </a:rPr>
              <a:t>成本</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自建 Kubernetes 集群：建设和维护成本高。</a:t>
            </a:r>
            <a:endParaRPr lang="zh-CN" altLang="en-US" sz="1000" b="1" dirty="0" smtClean="0">
              <a:latin typeface="+mn-ea"/>
            </a:endParaRPr>
          </a:p>
          <a:p>
            <a:pPr marL="457200" lvl="1" indent="0" algn="l">
              <a:lnSpc>
                <a:spcPct val="150000"/>
              </a:lnSpc>
              <a:buClr>
                <a:srgbClr val="FF0000"/>
              </a:buClr>
              <a:buFont typeface="Wingdings" panose="05000000000000000000" pitchFamily="2" charset="2"/>
              <a:buNone/>
            </a:pPr>
            <a:r>
              <a:rPr lang="zh-CN" altLang="en-US" sz="1000" b="1" dirty="0" smtClean="0">
                <a:latin typeface="+mn-ea"/>
              </a:rPr>
              <a:t>云容器引擎：只需为基础设施资源和容器集群控制节点支付费用，成本更低。</a:t>
            </a:r>
            <a:endParaRPr lang="zh-CN" altLang="en-US" sz="10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第一部分：容器服务</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介绍</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bldLst>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第一部分：容器服务介绍</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内容占位符 1"/>
          <p:cNvSpPr>
            <a:spLocks noGrp="1"/>
          </p:cNvSpPr>
          <p:nvPr/>
        </p:nvSpPr>
        <p:spPr>
          <a:xfrm>
            <a:off x="395605" y="843915"/>
            <a:ext cx="8436610" cy="4095750"/>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zh-CN" altLang="en-US" dirty="0"/>
              <a:t>应用场景</a:t>
            </a:r>
            <a:endParaRPr kumimoji="1" lang="zh-CN" altLang="en-US" dirty="0"/>
          </a:p>
          <a:p>
            <a:pPr lvl="1"/>
            <a:r>
              <a:rPr kumimoji="1" lang="zh-CN" altLang="en-US" sz="1400" dirty="0"/>
              <a:t>电商客户遇到促销、限时抢购等活动期间，访问量激增，需及时、自动扩展云计算资源。</a:t>
            </a:r>
            <a:endParaRPr kumimoji="1" lang="zh-CN" altLang="en-US" sz="1400" dirty="0"/>
          </a:p>
          <a:p>
            <a:pPr lvl="1"/>
            <a:r>
              <a:rPr kumimoji="1" lang="zh-CN" altLang="en-US" sz="1400" dirty="0"/>
              <a:t>视频直播客户业务负载变化难以预测，需要根据CPU/内存使用率进行实时扩缩容。</a:t>
            </a:r>
            <a:endParaRPr kumimoji="1" lang="zh-CN" altLang="en-US" sz="1400" dirty="0"/>
          </a:p>
          <a:p>
            <a:pPr lvl="1"/>
            <a:r>
              <a:rPr kumimoji="1" lang="zh-CN" altLang="en-US" sz="1400" dirty="0"/>
              <a:t>游戏客户每天中午12点及晚上18:00-23:00间需求增长，需要定时扩容。</a:t>
            </a:r>
            <a:endParaRPr kumimoji="1" lang="zh-CN" altLang="en-US" sz="1400" dirty="0"/>
          </a:p>
        </p:txBody>
      </p:sp>
      <p:sp>
        <p:nvSpPr>
          <p:cNvPr id="7" name="文本框 6"/>
          <p:cNvSpPr txBox="1"/>
          <p:nvPr/>
        </p:nvSpPr>
        <p:spPr>
          <a:xfrm>
            <a:off x="1115695" y="2427605"/>
            <a:ext cx="6858635" cy="3037205"/>
          </a:xfrm>
          <a:prstGeom prst="rect">
            <a:avLst/>
          </a:prstGeom>
          <a:noFill/>
          <a:ln w="19050">
            <a:solidFill>
              <a:schemeClr val="bg1"/>
            </a:solidFill>
          </a:ln>
        </p:spPr>
        <p:txBody>
          <a:bodyPr wrap="square" rtlCol="0">
            <a:noAutofit/>
          </a:bodyPr>
          <a:p>
            <a:pPr marL="342900" indent="-342900" algn="l">
              <a:lnSpc>
                <a:spcPct val="150000"/>
              </a:lnSpc>
              <a:buClr>
                <a:srgbClr val="FF0000"/>
              </a:buClr>
              <a:buFont typeface="Wingdings" panose="05000000000000000000" pitchFamily="2" charset="2"/>
              <a:buChar char="n"/>
            </a:pPr>
            <a:r>
              <a:rPr lang="zh-CN" altLang="en-US" sz="1100" dirty="0" smtClean="0">
                <a:latin typeface="+mn-ea"/>
              </a:rPr>
              <a:t>容器化 Web 应用（无状态）</a:t>
            </a:r>
            <a:endParaRPr lang="zh-CN" altLang="en-US" sz="1100" dirty="0" smtClean="0">
              <a:latin typeface="+mn-ea"/>
            </a:endParaRPr>
          </a:p>
          <a:p>
            <a:pPr marL="800100" lvl="1" indent="-342900" algn="l">
              <a:lnSpc>
                <a:spcPct val="150000"/>
              </a:lnSpc>
              <a:buClr>
                <a:srgbClr val="FF0000"/>
              </a:buClr>
              <a:buFont typeface="Wingdings" panose="05000000000000000000" pitchFamily="2" charset="2"/>
              <a:buChar char="n"/>
            </a:pPr>
            <a:r>
              <a:rPr lang="zh-CN" altLang="en-US" sz="1100" dirty="0" smtClean="0">
                <a:latin typeface="+mn-ea"/>
              </a:rPr>
              <a:t>可以快速部署 Web 应用，并且能轻松对接华为云的中间件服务，比如 GaussDB 和 Redis。同时，它还支持配置高可用的容灾机制，自动进行弹性伸缩，方便地发布公网服务，并进行灰度升级。无论是小型网站还是大型电商平台，都能利用这项服务来提升稳定性和扩展性。</a:t>
            </a:r>
            <a:endParaRPr lang="zh-CN" altLang="en-US" sz="1100"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100" dirty="0" smtClean="0">
                <a:latin typeface="+mn-ea"/>
                <a:sym typeface="+mn-ea"/>
              </a:rPr>
              <a:t>中间件部署平台（有状态）</a:t>
            </a:r>
            <a:endParaRPr lang="zh-CN" altLang="en-US" sz="1100" dirty="0" smtClean="0">
              <a:latin typeface="+mn-ea"/>
            </a:endParaRPr>
          </a:p>
          <a:p>
            <a:pPr marL="800100" lvl="1" indent="-342900" algn="l">
              <a:lnSpc>
                <a:spcPct val="150000"/>
              </a:lnSpc>
              <a:buClr>
                <a:srgbClr val="FF0000"/>
              </a:buClr>
              <a:buFont typeface="Wingdings" panose="05000000000000000000" pitchFamily="2" charset="2"/>
              <a:buChar char="n"/>
            </a:pPr>
            <a:r>
              <a:rPr lang="zh-CN" altLang="en-US" sz="1100" dirty="0" smtClean="0">
                <a:latin typeface="+mn-ea"/>
                <a:sym typeface="+mn-ea"/>
              </a:rPr>
              <a:t>通过使用 StatefulSet 和 PVC 等 Kubernetes 资源，你可以让应用具备有状态的特性，并结合弹性负载均衡实例，实现中间件服务的对外发布</a:t>
            </a:r>
            <a:endParaRPr lang="zh-CN" altLang="en-US" sz="1100" dirty="0" smtClean="0">
              <a:latin typeface="+mn-ea"/>
              <a:sym typeface="+mn-ea"/>
            </a:endParaRPr>
          </a:p>
          <a:p>
            <a:pPr marL="342900" indent="-342900" algn="l">
              <a:lnSpc>
                <a:spcPct val="150000"/>
              </a:lnSpc>
              <a:buClr>
                <a:srgbClr val="FF0000"/>
              </a:buClr>
              <a:buFont typeface="Wingdings" panose="05000000000000000000" pitchFamily="2" charset="2"/>
              <a:buChar char="n"/>
            </a:pPr>
            <a:r>
              <a:rPr lang="zh-CN" altLang="en-US" sz="1100" dirty="0" smtClean="0">
                <a:latin typeface="+mn-ea"/>
                <a:sym typeface="+mn-ea"/>
              </a:rPr>
              <a:t>DaemonSet”，守护进程集确保全部（或者某些）节点都运行一个Pod实例，支持实例动态添加到新节点，适用于实例在每个节点上都需要运行的场景，如ceph、fluentd、Prometheus Node Exporter等。</a:t>
            </a:r>
            <a:endParaRPr lang="zh-CN" altLang="en-US" sz="1100" dirty="0" smtClean="0">
              <a:latin typeface="+mn-ea"/>
            </a:endParaRPr>
          </a:p>
          <a:p>
            <a:pPr marL="342900" indent="-342900" algn="l">
              <a:lnSpc>
                <a:spcPct val="150000"/>
              </a:lnSpc>
              <a:buClr>
                <a:srgbClr val="FF0000"/>
              </a:buClr>
              <a:buFont typeface="Wingdings" panose="05000000000000000000" pitchFamily="2" charset="2"/>
              <a:buChar char="n"/>
            </a:pPr>
            <a:endParaRPr lang="zh-CN" altLang="en-US" sz="1100" dirty="0" smtClean="0">
              <a:latin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二部分：</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容器服务概念及原理</a:t>
            </a:r>
            <a:endPar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内容占位符 1"/>
          <p:cNvSpPr>
            <a:spLocks noGrp="1"/>
          </p:cNvSpPr>
          <p:nvPr/>
        </p:nvSpPr>
        <p:spPr>
          <a:xfrm>
            <a:off x="395605" y="843915"/>
            <a:ext cx="8436610" cy="4095750"/>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zh-CN" altLang="en-US" sz="1400" dirty="0"/>
              <a:t>传统虚拟机上与容器技术</a:t>
            </a:r>
            <a:r>
              <a:rPr kumimoji="1" lang="zh-CN" altLang="en-US" sz="1400" dirty="0"/>
              <a:t>对比</a:t>
            </a:r>
            <a:endParaRPr kumimoji="1" lang="zh-CN" altLang="en-US" sz="1400" dirty="0"/>
          </a:p>
        </p:txBody>
      </p:sp>
      <p:pic>
        <p:nvPicPr>
          <p:cNvPr id="2" name="图片 1"/>
          <p:cNvPicPr>
            <a:picLocks noChangeAspect="1"/>
          </p:cNvPicPr>
          <p:nvPr/>
        </p:nvPicPr>
        <p:blipFill>
          <a:blip r:embed="rId2"/>
          <a:stretch>
            <a:fillRect/>
          </a:stretch>
        </p:blipFill>
        <p:spPr>
          <a:xfrm>
            <a:off x="4211955" y="751840"/>
            <a:ext cx="4834890" cy="2179955"/>
          </a:xfrm>
          <a:prstGeom prst="rect">
            <a:avLst/>
          </a:prstGeom>
        </p:spPr>
      </p:pic>
      <p:pic>
        <p:nvPicPr>
          <p:cNvPr id="4" name="图片 3"/>
          <p:cNvPicPr>
            <a:picLocks noChangeAspect="1"/>
          </p:cNvPicPr>
          <p:nvPr/>
        </p:nvPicPr>
        <p:blipFill>
          <a:blip r:embed="rId3"/>
          <a:stretch>
            <a:fillRect/>
          </a:stretch>
        </p:blipFill>
        <p:spPr>
          <a:xfrm>
            <a:off x="4140200" y="2931795"/>
            <a:ext cx="4711700" cy="2262505"/>
          </a:xfrm>
          <a:prstGeom prst="rect">
            <a:avLst/>
          </a:prstGeom>
        </p:spPr>
      </p:pic>
      <p:sp>
        <p:nvSpPr>
          <p:cNvPr id="6" name="文本框 5"/>
          <p:cNvSpPr txBox="1"/>
          <p:nvPr/>
        </p:nvSpPr>
        <p:spPr>
          <a:xfrm>
            <a:off x="35560" y="1203960"/>
            <a:ext cx="4572000" cy="368300"/>
          </a:xfrm>
          <a:prstGeom prst="rect">
            <a:avLst/>
          </a:prstGeom>
          <a:noFill/>
          <a:ln w="19050">
            <a:solidFill>
              <a:schemeClr val="bg1">
                <a:lumMod val="75000"/>
              </a:schemeClr>
            </a:solidFill>
          </a:ln>
        </p:spPr>
        <p:txBody>
          <a:bodyPr wrap="square" rtlCol="0" anchor="t">
            <a:spAutoFit/>
          </a:bodyPr>
          <a:p>
            <a:pPr marL="342900" indent="-342900">
              <a:lnSpc>
                <a:spcPct val="150000"/>
              </a:lnSpc>
              <a:buClr>
                <a:srgbClr val="FF0000"/>
              </a:buClr>
              <a:buFont typeface="Wingdings" panose="05000000000000000000" pitchFamily="2" charset="2"/>
              <a:buChar char="n"/>
            </a:pPr>
            <a:r>
              <a:rPr kumimoji="1" lang="zh-CN" altLang="en-US" sz="1200" dirty="0">
                <a:sym typeface="+mn-ea"/>
              </a:rPr>
              <a:t>容器基本概念</a:t>
            </a:r>
            <a:endParaRPr kumimoji="1" lang="zh-CN" altLang="en-US" sz="1200" b="1" dirty="0" smtClean="0">
              <a:latin typeface="+mn-ea"/>
              <a:sym typeface="+mn-ea"/>
            </a:endParaRPr>
          </a:p>
        </p:txBody>
      </p:sp>
      <p:sp>
        <p:nvSpPr>
          <p:cNvPr id="8" name="文本框 7"/>
          <p:cNvSpPr txBox="1"/>
          <p:nvPr/>
        </p:nvSpPr>
        <p:spPr>
          <a:xfrm>
            <a:off x="133985" y="1708150"/>
            <a:ext cx="4077970" cy="2404745"/>
          </a:xfrm>
          <a:prstGeom prst="rect">
            <a:avLst/>
          </a:prstGeom>
          <a:noFill/>
          <a:ln w="19050">
            <a:solidFill>
              <a:schemeClr val="bg1"/>
            </a:solidFill>
          </a:ln>
        </p:spPr>
        <p:txBody>
          <a:bodyPr wrap="square" rtlCol="0">
            <a:noAutofit/>
          </a:bodyPr>
          <a:p>
            <a:pPr marL="342900" indent="-342900" algn="l">
              <a:lnSpc>
                <a:spcPct val="150000"/>
              </a:lnSpc>
              <a:buClr>
                <a:srgbClr val="FF0000"/>
              </a:buClr>
              <a:buFont typeface="Wingdings" panose="05000000000000000000" pitchFamily="2" charset="2"/>
              <a:buChar char="n"/>
            </a:pPr>
            <a:r>
              <a:rPr lang="zh-CN" altLang="en-US" sz="1100" dirty="0" smtClean="0">
                <a:latin typeface="+mn-ea"/>
              </a:rPr>
              <a:t>镜像：Docker镜像里包含了已打包的应用程序及其所依赖的环境。</a:t>
            </a:r>
            <a:endParaRPr lang="zh-CN" altLang="en-US" sz="1100"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100" dirty="0" smtClean="0">
                <a:latin typeface="+mn-ea"/>
              </a:rPr>
              <a:t>镜像仓库：Docker镜像仓库用于存放Docker镜像，以及促进不同人和不同电脑之间共享这些镜像。当编译镜像时，要么可以在编译它的电脑上运行，要么可以先上传镜像到一个镜像仓库，然后下载到另外一台电脑上并运行它。某些仓库是公开的，允许所有人从中拉取镜像，同时也有一些是私有的，仅部分人和机器可接入。</a:t>
            </a:r>
            <a:endParaRPr lang="zh-CN" altLang="en-US" sz="1100" dirty="0" smtClean="0">
              <a:latin typeface="+mn-ea"/>
            </a:endParaRPr>
          </a:p>
          <a:p>
            <a:pPr marL="342900" indent="-342900" algn="l">
              <a:lnSpc>
                <a:spcPct val="150000"/>
              </a:lnSpc>
              <a:buClr>
                <a:srgbClr val="FF0000"/>
              </a:buClr>
              <a:buFont typeface="Wingdings" panose="05000000000000000000" pitchFamily="2" charset="2"/>
              <a:buChar char="n"/>
            </a:pPr>
            <a:r>
              <a:rPr lang="zh-CN" altLang="en-US" sz="1100" dirty="0" smtClean="0">
                <a:latin typeface="+mn-ea"/>
              </a:rPr>
              <a:t>容器：Docker容器通常是一个Linux容器，它基于Docker镜像被创建。一个运行中的容器是一个运行在Docker主机上的进程，但它和主机，以及所有运行在主机上的其他进程都是隔离的。这个进程也是资源受限的，意味着它只能访问和使用分配给它的资源（CPU、内存等）。</a:t>
            </a:r>
            <a:endParaRPr lang="zh-CN" altLang="en-US" sz="1100" dirty="0" smtClean="0">
              <a:latin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二部分：</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容器服务概念及原理</a:t>
            </a:r>
            <a:endPar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内容占位符 1"/>
          <p:cNvSpPr>
            <a:spLocks noGrp="1"/>
          </p:cNvSpPr>
          <p:nvPr/>
        </p:nvSpPr>
        <p:spPr>
          <a:xfrm>
            <a:off x="395605" y="843915"/>
            <a:ext cx="8436610" cy="4095750"/>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en-US" altLang="zh-CN" dirty="0"/>
              <a:t>Kubernetes</a:t>
            </a:r>
            <a:endParaRPr kumimoji="1" lang="zh-CN" altLang="en-US" dirty="0"/>
          </a:p>
          <a:p>
            <a:pPr lvl="1"/>
            <a:r>
              <a:rPr kumimoji="1" lang="zh-CN" altLang="en-US" sz="1400" dirty="0"/>
              <a:t>Kubernetes 是一个用来管理很多服务器上容器化应用的工具，帮助你把应用的部署、管理和维护变得简单又高效。就像是一个自动化的管家，可以帮你处理所有繁琐的工作。</a:t>
            </a:r>
            <a:endParaRPr kumimoji="1" lang="zh-CN" altLang="en-US" sz="1400" dirty="0"/>
          </a:p>
          <a:p>
            <a:pPr lvl="1"/>
            <a:endParaRPr kumimoji="1" lang="zh-CN" altLang="en-US" sz="1400" dirty="0"/>
          </a:p>
          <a:p>
            <a:pPr lvl="1"/>
            <a:r>
              <a:rPr kumimoji="1" lang="zh-CN" altLang="en-US" sz="1400" dirty="0"/>
              <a:t>Kubernetes，简称“K8s”，就是一个用来管理和运行容器化应用的平台。你可以把它想象成一个大管家，负责在一堆服务器（我们称为“集群”）上自动安排、启动和监控你的应用程序。</a:t>
            </a:r>
            <a:endParaRPr kumimoji="1" lang="zh-CN" altLang="en-US" sz="1400" dirty="0"/>
          </a:p>
          <a:p>
            <a:pPr lvl="1"/>
            <a:endParaRPr kumimoji="1" lang="zh-CN" altLang="en-US" sz="1400" dirty="0"/>
          </a:p>
          <a:p>
            <a:pPr lvl="1"/>
            <a:r>
              <a:rPr kumimoji="1" lang="zh-CN" altLang="en-US" sz="1400" dirty="0"/>
              <a:t>用个比喻来说，假设你有一个餐厅，里面有很多厨师（服务器）在做菜（运行应用）。Kubernetes 就像是餐厅经理，负责决定哪个厨师做什么菜、什么时候开始做、什么时候停止做。如果某个厨师出问题了（服务器宕机），Kubernetes 还能自动让其他厨师接手，不让顾客（用户）饿着</a:t>
            </a:r>
            <a:endParaRPr kumimoji="1" lang="zh-CN" alt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二部分：</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容器服务概念及原理</a:t>
            </a:r>
            <a:endPar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内容占位符 1"/>
          <p:cNvSpPr>
            <a:spLocks noGrp="1"/>
          </p:cNvSpPr>
          <p:nvPr/>
        </p:nvSpPr>
        <p:spPr>
          <a:xfrm>
            <a:off x="395605" y="843915"/>
            <a:ext cx="8436610" cy="4095750"/>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en-US" altLang="zh-CN" dirty="0"/>
              <a:t>Kubernetes</a:t>
            </a:r>
            <a:r>
              <a:rPr kumimoji="1" lang="zh-CN" altLang="en-US" dirty="0"/>
              <a:t>架构</a:t>
            </a:r>
            <a:endParaRPr kumimoji="1" lang="zh-CN" altLang="en-US" dirty="0"/>
          </a:p>
          <a:p>
            <a:pPr marL="342900" lvl="1" indent="0">
              <a:buNone/>
            </a:pPr>
            <a:endParaRPr kumimoji="1" lang="zh-CN" altLang="en-US" sz="1400" dirty="0"/>
          </a:p>
        </p:txBody>
      </p:sp>
      <p:pic>
        <p:nvPicPr>
          <p:cNvPr id="4" name="图片 3"/>
          <p:cNvPicPr/>
          <p:nvPr/>
        </p:nvPicPr>
        <p:blipFill>
          <a:blip r:embed="rId2"/>
        </p:blipFill>
        <p:spPr>
          <a:xfrm>
            <a:off x="395605" y="1348105"/>
            <a:ext cx="8147685" cy="29260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二部分：</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容器服务概念及原理</a:t>
            </a:r>
            <a:endPar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内容占位符 1"/>
          <p:cNvSpPr>
            <a:spLocks noGrp="1"/>
          </p:cNvSpPr>
          <p:nvPr/>
        </p:nvSpPr>
        <p:spPr>
          <a:xfrm>
            <a:off x="395605" y="843915"/>
            <a:ext cx="8436610" cy="4095750"/>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en-US" altLang="zh-CN" dirty="0"/>
              <a:t>Kubernetes</a:t>
            </a:r>
            <a:r>
              <a:rPr kumimoji="1" lang="zh-CN" altLang="en-US" dirty="0"/>
              <a:t>基本</a:t>
            </a:r>
            <a:r>
              <a:rPr kumimoji="1" lang="zh-CN" altLang="en-US" dirty="0"/>
              <a:t>对象</a:t>
            </a:r>
            <a:endParaRPr kumimoji="1" lang="zh-CN" altLang="en-US" dirty="0"/>
          </a:p>
          <a:p>
            <a:pPr marL="342900" lvl="1" indent="0">
              <a:buNone/>
            </a:pPr>
            <a:endParaRPr kumimoji="1" lang="zh-CN" altLang="en-US" sz="1400" dirty="0"/>
          </a:p>
        </p:txBody>
      </p:sp>
      <p:pic>
        <p:nvPicPr>
          <p:cNvPr id="2" name="图片 1"/>
          <p:cNvPicPr/>
          <p:nvPr/>
        </p:nvPicPr>
        <p:blipFill>
          <a:blip r:embed="rId2"/>
        </p:blipFill>
        <p:spPr>
          <a:xfrm>
            <a:off x="1043940" y="1473200"/>
            <a:ext cx="6036945" cy="329374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镜像</a:t>
            </a:r>
            <a:r>
              <a:rPr kumimoji="1" lang="zh-CN" altLang="en-US" dirty="0"/>
              <a:t>迁移：</a:t>
            </a:r>
            <a:endParaRPr kumimoji="1" lang="zh-CN" altLang="en-US" dirty="0"/>
          </a:p>
          <a:p>
            <a:pPr marL="342900" lvl="1" indent="0">
              <a:buNone/>
            </a:pPr>
            <a:endParaRPr kumimoji="1" lang="zh-CN" altLang="en-US"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3011805"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algn="l" defTabSz="685165"/>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三部分：</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华为云</a:t>
            </a:r>
            <a:r>
              <a:rPr lang="en-US" altLang="zh-CN"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CCE</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迁移到联通云</a:t>
            </a:r>
            <a:r>
              <a:rPr lang="en-US" altLang="zh-CN"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CSK</a:t>
            </a:r>
            <a:endParaRPr lang="en-US" altLang="zh-CN"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 name="图片 3"/>
          <p:cNvPicPr/>
          <p:nvPr/>
        </p:nvPicPr>
        <p:blipFill>
          <a:blip r:embed="rId2"/>
        </p:blipFill>
        <p:spPr>
          <a:xfrm>
            <a:off x="2988310" y="1347470"/>
            <a:ext cx="6089015" cy="2483485"/>
          </a:xfrm>
          <a:prstGeom prst="rect">
            <a:avLst/>
          </a:prstGeom>
        </p:spPr>
      </p:pic>
      <p:sp>
        <p:nvSpPr>
          <p:cNvPr id="6" name="文本框 5"/>
          <p:cNvSpPr txBox="1"/>
          <p:nvPr/>
        </p:nvSpPr>
        <p:spPr>
          <a:xfrm>
            <a:off x="251460" y="1541145"/>
            <a:ext cx="2736850" cy="2379980"/>
          </a:xfrm>
          <a:prstGeom prst="rect">
            <a:avLst/>
          </a:prstGeom>
        </p:spPr>
        <p:txBody>
          <a:bodyPr>
            <a:noAutofit/>
          </a:bodyPr>
          <a:p>
            <a:pPr marL="0" indent="0"/>
            <a:r>
              <a:rPr sz="1600" b="1" i="0">
                <a:solidFill>
                  <a:srgbClr val="191919"/>
                </a:solidFill>
                <a:latin typeface="宋体" panose="02010600030101010101" pitchFamily="2" charset="-122"/>
                <a:ea typeface="宋体" panose="02010600030101010101" pitchFamily="2" charset="-122"/>
                <a:cs typeface="宋体" panose="02010600030101010101" pitchFamily="2" charset="-122"/>
              </a:rPr>
              <a:t>image-migrator是一个镜像迁移工具，能够自动将基于Docker Registry v2搭建的Docker镜像仓库或第三方云镜像仓库中的镜像迁移到SWR中。</a:t>
            </a:r>
            <a:endParaRPr sz="1600" b="1" i="0">
              <a:solidFill>
                <a:srgbClr val="191919"/>
              </a:solidFill>
              <a:latin typeface="宋体" panose="02010600030101010101" pitchFamily="2" charset="-122"/>
              <a:ea typeface="宋体" panose="02010600030101010101" pitchFamily="2" charset="-122"/>
              <a:cs typeface="宋体" panose="02010600030101010101" pitchFamily="2" charset="-122"/>
            </a:endParaRPr>
          </a:p>
          <a:p>
            <a:pPr marL="0" indent="0"/>
            <a:endParaRPr sz="1600" b="1" i="0">
              <a:solidFill>
                <a:srgbClr val="191919"/>
              </a:solidFill>
              <a:latin typeface="宋体" panose="02010600030101010101" pitchFamily="2" charset="-122"/>
              <a:ea typeface="宋体" panose="02010600030101010101" pitchFamily="2" charset="-122"/>
              <a:cs typeface="宋体" panose="02010600030101010101" pitchFamily="2" charset="-122"/>
            </a:endParaRPr>
          </a:p>
          <a:p>
            <a:pPr marL="0" indent="0"/>
            <a:r>
              <a:rPr lang="zh-CN" altLang="en-US" sz="1600" b="1" i="0">
                <a:solidFill>
                  <a:srgbClr val="191919"/>
                </a:solidFill>
                <a:latin typeface="宋体" panose="02010600030101010101" pitchFamily="2" charset="-122"/>
                <a:ea typeface="宋体" panose="02010600030101010101" pitchFamily="2" charset="-122"/>
                <a:cs typeface="宋体" panose="02010600030101010101" pitchFamily="2" charset="-122"/>
              </a:rPr>
              <a:t>估计</a:t>
            </a:r>
            <a:r>
              <a:rPr lang="en-US" altLang="zh-CN" sz="1600" b="1" i="0">
                <a:solidFill>
                  <a:srgbClr val="191919"/>
                </a:solidFill>
                <a:latin typeface="宋体" panose="02010600030101010101" pitchFamily="2" charset="-122"/>
                <a:ea typeface="宋体" panose="02010600030101010101" pitchFamily="2" charset="-122"/>
                <a:cs typeface="宋体" panose="02010600030101010101" pitchFamily="2" charset="-122"/>
              </a:rPr>
              <a:t>image-syncer</a:t>
            </a:r>
            <a:r>
              <a:rPr lang="zh-CN" altLang="en-US" sz="1600" b="1" i="0">
                <a:solidFill>
                  <a:srgbClr val="191919"/>
                </a:solidFill>
                <a:latin typeface="宋体" panose="02010600030101010101" pitchFamily="2" charset="-122"/>
                <a:ea typeface="宋体" panose="02010600030101010101" pitchFamily="2" charset="-122"/>
                <a:cs typeface="宋体" panose="02010600030101010101" pitchFamily="2" charset="-122"/>
              </a:rPr>
              <a:t>包</a:t>
            </a:r>
            <a:r>
              <a:rPr lang="zh-CN" altLang="en-US" sz="1600" b="1" i="0">
                <a:solidFill>
                  <a:srgbClr val="191919"/>
                </a:solidFill>
                <a:latin typeface="宋体" panose="02010600030101010101" pitchFamily="2" charset="-122"/>
                <a:ea typeface="宋体" panose="02010600030101010101" pitchFamily="2" charset="-122"/>
                <a:cs typeface="宋体" panose="02010600030101010101" pitchFamily="2" charset="-122"/>
              </a:rPr>
              <a:t>的</a:t>
            </a:r>
            <a:endParaRPr lang="zh-CN" altLang="en-US" sz="1600" b="1" i="0">
              <a:solidFill>
                <a:srgbClr val="191919"/>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en-US" altLang="zh-CN" dirty="0"/>
              <a:t>CCE</a:t>
            </a:r>
            <a:r>
              <a:rPr kumimoji="1" lang="zh-CN" altLang="en-US" dirty="0"/>
              <a:t>迁移</a:t>
            </a:r>
            <a:r>
              <a:rPr kumimoji="1" lang="zh-CN" altLang="en-US" dirty="0"/>
              <a:t>方式：</a:t>
            </a:r>
            <a:endParaRPr kumimoji="1" lang="zh-CN" altLang="en-US" dirty="0"/>
          </a:p>
          <a:p>
            <a:pPr lvl="1"/>
            <a:r>
              <a:rPr kumimoji="1" lang="zh-CN" altLang="en-US" sz="1200" dirty="0"/>
              <a:t>通过开源</a:t>
            </a:r>
            <a:r>
              <a:rPr kumimoji="1" lang="en-US" altLang="zh-CN" sz="1200" dirty="0"/>
              <a:t>Velero</a:t>
            </a:r>
            <a:r>
              <a:rPr kumimoji="1" lang="zh-CN" altLang="en-US" sz="1200" dirty="0"/>
              <a:t>进行迁移，适合如下几类集群</a:t>
            </a:r>
            <a:endParaRPr kumimoji="1" lang="zh-CN" altLang="en-US" sz="1200" dirty="0"/>
          </a:p>
          <a:p>
            <a:pPr lvl="2"/>
            <a:r>
              <a:rPr kumimoji="1" lang="zh-CN" altLang="en-US" sz="1200" dirty="0"/>
              <a:t>本地IDC自建的K8s集群</a:t>
            </a:r>
            <a:endParaRPr kumimoji="1" lang="zh-CN" altLang="en-US" sz="1200" dirty="0"/>
          </a:p>
          <a:p>
            <a:pPr lvl="2"/>
            <a:r>
              <a:rPr kumimoji="1" lang="zh-CN" altLang="en-US" sz="1200" dirty="0"/>
              <a:t>通过多台ECS自建的集群</a:t>
            </a:r>
            <a:endParaRPr kumimoji="1" lang="zh-CN" altLang="en-US" sz="1200" dirty="0"/>
          </a:p>
          <a:p>
            <a:pPr lvl="2"/>
            <a:r>
              <a:rPr kumimoji="1" lang="zh-CN" altLang="en-US" sz="1200" dirty="0"/>
              <a:t>其他云服务商提供的集群服务</a:t>
            </a:r>
            <a:endParaRPr kumimoji="1" lang="zh-CN" altLang="en-US" sz="1200" dirty="0"/>
          </a:p>
          <a:p>
            <a:pPr lvl="2"/>
            <a:r>
              <a:rPr kumimoji="1" lang="zh-CN" altLang="en-US" sz="1200" dirty="0"/>
              <a:t>停止维护，无法原地升级的需要迁移的CCE集群</a:t>
            </a:r>
            <a:endParaRPr kumimoji="1" lang="zh-CN" altLang="en-US" sz="1200"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5" name="文本框 4"/>
          <p:cNvSpPr txBox="1"/>
          <p:nvPr/>
        </p:nvSpPr>
        <p:spPr>
          <a:xfrm>
            <a:off x="3491920" y="844059"/>
            <a:ext cx="7200800" cy="344805"/>
          </a:xfrm>
          <a:prstGeom prst="rect">
            <a:avLst/>
          </a:prstGeom>
          <a:noFill/>
          <a:ln w="19050">
            <a:solidFill>
              <a:schemeClr val="bg1"/>
            </a:solidFill>
          </a:ln>
        </p:spPr>
        <p:txBody>
          <a:bodyPr wrap="square" rtlCol="0">
            <a:spAutoFit/>
          </a:bodyPr>
          <a:lstStyle/>
          <a:p>
            <a:pPr marL="342900" indent="-342900" algn="ctr">
              <a:lnSpc>
                <a:spcPct val="150000"/>
              </a:lnSpc>
              <a:buClr>
                <a:srgbClr val="FF0000"/>
              </a:buClr>
              <a:buFont typeface="Wingdings" panose="05000000000000000000" pitchFamily="2" charset="2"/>
              <a:buChar char="n"/>
            </a:pPr>
            <a:r>
              <a:rPr lang="zh-CN" altLang="en-US" sz="1100" b="1" dirty="0" smtClean="0">
                <a:latin typeface="+mn-ea"/>
              </a:rPr>
              <a:t>https://velero.io/</a:t>
            </a:r>
            <a:endParaRPr lang="zh-CN" altLang="en-US" sz="1100" b="1" dirty="0" smtClean="0">
              <a:latin typeface="+mn-ea"/>
            </a:endParaRPr>
          </a:p>
        </p:txBody>
      </p:sp>
      <p:sp>
        <p:nvSpPr>
          <p:cNvPr id="12" name="Rectangle 6"/>
          <p:cNvSpPr>
            <a:spLocks noChangeArrowheads="1"/>
          </p:cNvSpPr>
          <p:nvPr>
            <p:custDataLst>
              <p:tags r:id="rId1"/>
            </p:custDataLst>
          </p:nvPr>
        </p:nvSpPr>
        <p:spPr bwMode="auto">
          <a:xfrm>
            <a:off x="107315" y="267970"/>
            <a:ext cx="3011805"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algn="l" defTabSz="685165"/>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三部分：</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华为云</a:t>
            </a:r>
            <a:r>
              <a:rPr lang="en-US" altLang="zh-CN"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CCE</a:t>
            </a: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迁移到联通云</a:t>
            </a:r>
            <a:r>
              <a:rPr lang="en-US" altLang="zh-CN"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CSK</a:t>
            </a:r>
            <a:endParaRPr lang="en-US" altLang="zh-CN"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7" name="图片 6"/>
          <p:cNvPicPr>
            <a:picLocks noChangeAspect="1"/>
          </p:cNvPicPr>
          <p:nvPr/>
        </p:nvPicPr>
        <p:blipFill>
          <a:blip r:embed="rId2"/>
          <a:stretch>
            <a:fillRect/>
          </a:stretch>
        </p:blipFill>
        <p:spPr>
          <a:xfrm>
            <a:off x="4716145" y="1348105"/>
            <a:ext cx="4342765" cy="2437765"/>
          </a:xfrm>
          <a:prstGeom prst="rect">
            <a:avLst/>
          </a:prstGeom>
        </p:spPr>
      </p:pic>
    </p:spTree>
  </p:cSld>
  <p:clrMapOvr>
    <a:masterClrMapping/>
  </p:clrMapOvr>
  <p:timing>
    <p:tnLst>
      <p:par>
        <p:cTn id="1" dur="indefinite" restart="never" nodeType="tmRoot"/>
      </p:par>
    </p:tnLst>
    <p:bldLst>
      <p:bldP spid="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背景</a:t>
            </a:r>
            <a:r>
              <a:rPr kumimoji="1" lang="zh-CN" altLang="en-US" dirty="0"/>
              <a:t>知识：</a:t>
            </a:r>
            <a:endParaRPr kumimoji="1" lang="zh-CN" altLang="en-US" dirty="0"/>
          </a:p>
          <a:p>
            <a:pPr lvl="1"/>
            <a:r>
              <a:rPr kumimoji="1" lang="zh-CN" altLang="en-US" sz="1000" dirty="0"/>
              <a:t>Velero 是一个开源工具，用于安全地备份、恢复和迁移 Kubernetes 集群和持久卷。它既可以在本地工作，也可以在公共云中工作。Velero 由一个在 Kubernetes 集群中作为部署运行的服务器进程和一个命令行界面 （CLI） 组成，DevOps 团队和平台操作员使用该界面配置计划备份、触发临时备份、执行还原等。</a:t>
            </a:r>
            <a:endParaRPr kumimoji="1" lang="zh-CN" altLang="en-US" sz="1000" dirty="0"/>
          </a:p>
          <a:p>
            <a:pPr marL="257175" lvl="0" indent="-257175">
              <a:buFont typeface="Wingdings" panose="05000000000000000000" charset="0"/>
              <a:buChar char="p"/>
            </a:pPr>
            <a:r>
              <a:rPr kumimoji="1" lang="zh-CN" altLang="en-US" dirty="0">
                <a:solidFill>
                  <a:schemeClr val="tx1"/>
                </a:solidFill>
              </a:rPr>
              <a:t>是什么让脱颖</a:t>
            </a:r>
            <a:r>
              <a:rPr kumimoji="1" lang="zh-CN" altLang="en-US" dirty="0">
                <a:solidFill>
                  <a:schemeClr val="tx1"/>
                </a:solidFill>
              </a:rPr>
              <a:t>而出？</a:t>
            </a:r>
            <a:endParaRPr kumimoji="1" lang="zh-CN" altLang="en-US" dirty="0">
              <a:solidFill>
                <a:schemeClr val="tx1"/>
              </a:solidFill>
            </a:endParaRPr>
          </a:p>
          <a:p>
            <a:pPr marL="557530" lvl="1" indent="-214630">
              <a:buFont typeface="Wingdings" panose="05000000000000000000" charset="0"/>
              <a:buChar char="Ø"/>
            </a:pPr>
            <a:r>
              <a:rPr kumimoji="1" lang="zh-CN" altLang="en-US" sz="1000" dirty="0">
                <a:solidFill>
                  <a:schemeClr val="tx1"/>
                </a:solidFill>
              </a:rPr>
              <a:t>与其他直接访问 Kubernetes etcd 数据库以执行备份和恢复的工具不同，Velero 使用 Kubernetes API 来捕获集群资源的状态并在必要时恢复它们。这种 API 驱动的方法具有许多主要优点：</a:t>
            </a:r>
            <a:endParaRPr kumimoji="1" lang="zh-CN" altLang="en-US" sz="1000" dirty="0">
              <a:solidFill>
                <a:schemeClr val="tx1"/>
              </a:solidFill>
            </a:endParaRPr>
          </a:p>
          <a:p>
            <a:pPr marL="557530" lvl="1" indent="-214630">
              <a:buFont typeface="Wingdings" panose="05000000000000000000" charset="0"/>
              <a:buChar char="Ø"/>
            </a:pPr>
            <a:r>
              <a:rPr kumimoji="1" lang="zh-CN" altLang="en-US" sz="1000" dirty="0">
                <a:solidFill>
                  <a:schemeClr val="tx1"/>
                </a:solidFill>
              </a:rPr>
              <a:t>备份可以捕获群集资源的子集，按命名空间、资源类型和/或标签选择器进行筛选，从而为备份和还原的内容提供高度的灵活性。</a:t>
            </a:r>
            <a:endParaRPr kumimoji="1" lang="zh-CN" altLang="en-US" sz="1000" dirty="0">
              <a:solidFill>
                <a:schemeClr val="tx1"/>
              </a:solidFill>
            </a:endParaRPr>
          </a:p>
          <a:p>
            <a:pPr marL="557530" lvl="1" indent="-214630">
              <a:buFont typeface="Wingdings" panose="05000000000000000000" charset="0"/>
              <a:buChar char="Ø"/>
            </a:pPr>
            <a:r>
              <a:rPr kumimoji="1" lang="zh-CN" altLang="en-US" sz="1000" dirty="0">
                <a:solidFill>
                  <a:schemeClr val="tx1"/>
                </a:solidFill>
              </a:rPr>
              <a:t>托管 Kubernetes 产品的用户通常无权访问底层 etcd 数据库，因此无法直接备份/恢复它。</a:t>
            </a:r>
            <a:endParaRPr kumimoji="1" lang="zh-CN" altLang="en-US" sz="1000" dirty="0">
              <a:solidFill>
                <a:schemeClr val="tx1"/>
              </a:solidFill>
            </a:endParaRPr>
          </a:p>
          <a:p>
            <a:pPr marL="557530" lvl="1" indent="-214630">
              <a:buFont typeface="Wingdings" panose="05000000000000000000" charset="0"/>
              <a:buChar char="Ø"/>
            </a:pPr>
            <a:r>
              <a:rPr kumimoji="1" lang="zh-CN" altLang="en-US" sz="1000" dirty="0">
                <a:solidFill>
                  <a:schemeClr val="tx1"/>
                </a:solidFill>
              </a:rPr>
              <a:t>通过聚合 API 服务器公开的资源可以很容易地备份和恢复，即使它们存储在单独的 etcd 数据库中。</a:t>
            </a:r>
            <a:endParaRPr kumimoji="1" lang="zh-CN" altLang="en-US" sz="1000" dirty="0">
              <a:solidFill>
                <a:schemeClr val="tx1"/>
              </a:solidFill>
            </a:endParaRPr>
          </a:p>
          <a:p>
            <a:pPr marL="557530" lvl="1" indent="-214630">
              <a:buFont typeface="Wingdings" panose="05000000000000000000" charset="0"/>
              <a:buChar char="Ø"/>
            </a:pPr>
            <a:r>
              <a:rPr kumimoji="1" lang="zh-CN" altLang="en-US" sz="1000" dirty="0">
                <a:solidFill>
                  <a:schemeClr val="tx1"/>
                </a:solidFill>
              </a:rPr>
              <a:t>此外，Velero 还允许您使用存储平台的本机快照功能或称为 restic 的集成文件级备份工具来备份和恢复应用程序的持久性数据及其配置。</a:t>
            </a:r>
            <a:endParaRPr kumimoji="1" lang="zh-CN" altLang="en-US" sz="1000" dirty="0">
              <a:solidFill>
                <a:schemeClr val="tx1"/>
              </a:solidFill>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对比其他</a:t>
            </a:r>
            <a:r>
              <a:rPr kumimoji="1" lang="zh-CN" altLang="en-US" dirty="0"/>
              <a:t>软件</a:t>
            </a:r>
            <a:endParaRPr kumimoji="1" lang="zh-CN" altLang="en-US" dirty="0"/>
          </a:p>
          <a:p>
            <a:endParaRPr kumimoji="1" lang="zh-CN" altLang="en-US"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文本框 3"/>
          <p:cNvSpPr txBox="1"/>
          <p:nvPr/>
        </p:nvSpPr>
        <p:spPr>
          <a:xfrm>
            <a:off x="251460" y="1491615"/>
            <a:ext cx="3600450" cy="2832735"/>
          </a:xfrm>
          <a:prstGeom prst="rect">
            <a:avLst/>
          </a:prstGeom>
        </p:spPr>
        <p:txBody>
          <a:bodyPr>
            <a:noAutofit/>
          </a:bodyPr>
          <a:p>
            <a:r>
              <a:rPr sz="1200"/>
              <a:t>Velero：</a:t>
            </a:r>
            <a:endParaRPr sz="1200"/>
          </a:p>
          <a:p>
            <a:endParaRPr sz="1200"/>
          </a:p>
          <a:p>
            <a:r>
              <a:rPr sz="1200"/>
              <a:t>优势：</a:t>
            </a:r>
            <a:endParaRPr sz="1200"/>
          </a:p>
          <a:p>
            <a:endParaRPr sz="1200"/>
          </a:p>
          <a:p>
            <a:r>
              <a:rPr sz="1200"/>
              <a:t>开源免费：适合预算有限的团队，灵活性高。</a:t>
            </a:r>
            <a:endParaRPr sz="1200"/>
          </a:p>
          <a:p>
            <a:r>
              <a:rPr sz="1200"/>
              <a:t>多云支持：兼容多种云平台，适用于多云环境。</a:t>
            </a:r>
            <a:endParaRPr sz="1200"/>
          </a:p>
          <a:p>
            <a:r>
              <a:rPr sz="1200"/>
              <a:t>轻量易用：安装配置简单，适合初学者。</a:t>
            </a:r>
            <a:endParaRPr sz="1200"/>
          </a:p>
          <a:p>
            <a:r>
              <a:rPr sz="1200"/>
              <a:t>灾难恢复与迁移：支持跨集群迁移和灾难恢复。</a:t>
            </a:r>
            <a:endParaRPr sz="1200"/>
          </a:p>
          <a:p>
            <a:r>
              <a:rPr sz="1200"/>
              <a:t>可扩展性：灵活的备份调度和插件系统，便于定制。</a:t>
            </a:r>
            <a:endParaRPr sz="1200"/>
          </a:p>
          <a:p>
            <a:endParaRPr sz="1200"/>
          </a:p>
          <a:p>
            <a:r>
              <a:rPr sz="1200"/>
              <a:t>局限：</a:t>
            </a:r>
            <a:endParaRPr sz="1200"/>
          </a:p>
          <a:p>
            <a:r>
              <a:rPr sz="1200"/>
              <a:t>功能基础：缺乏高级功能，适合基础需求。</a:t>
            </a:r>
            <a:endParaRPr sz="1200"/>
          </a:p>
          <a:p>
            <a:r>
              <a:rPr sz="1200"/>
              <a:t>用户体验：主要通过 CLI 操作，缺乏图形界面。</a:t>
            </a:r>
            <a:endParaRPr sz="1200"/>
          </a:p>
          <a:p>
            <a:r>
              <a:rPr sz="1200"/>
              <a:t>企业支持：缺少企业级支持服务，适合小型团队。</a:t>
            </a:r>
            <a:endParaRPr sz="1200"/>
          </a:p>
        </p:txBody>
      </p:sp>
      <p:sp>
        <p:nvSpPr>
          <p:cNvPr id="6" name="文本框 5"/>
          <p:cNvSpPr txBox="1"/>
          <p:nvPr/>
        </p:nvSpPr>
        <p:spPr>
          <a:xfrm>
            <a:off x="3924300" y="1656080"/>
            <a:ext cx="4386580" cy="3284855"/>
          </a:xfrm>
          <a:prstGeom prst="rect">
            <a:avLst/>
          </a:prstGeom>
        </p:spPr>
        <p:txBody>
          <a:bodyPr>
            <a:noAutofit/>
          </a:bodyPr>
          <a:p>
            <a:r>
              <a:rPr sz="1200"/>
              <a:t>Kasten K10：</a:t>
            </a:r>
            <a:endParaRPr sz="1200"/>
          </a:p>
          <a:p>
            <a:r>
              <a:rPr sz="1200"/>
              <a:t>优势：全面的备份与恢复功能、丰富的 UI 和报告功能、强大的应用感知备份。</a:t>
            </a:r>
            <a:endParaRPr sz="1200"/>
          </a:p>
          <a:p>
            <a:r>
              <a:rPr sz="1200"/>
              <a:t>局限：商业软件，价格较高。</a:t>
            </a:r>
            <a:endParaRPr sz="1200"/>
          </a:p>
          <a:p>
            <a:r>
              <a:rPr sz="1200"/>
              <a:t>https://docs.kasten.io/latest/operating/dr.html</a:t>
            </a:r>
            <a:endParaRPr sz="1200"/>
          </a:p>
          <a:p>
            <a:endParaRPr sz="1200"/>
          </a:p>
          <a:p>
            <a:r>
              <a:rPr sz="1200"/>
              <a:t>TrilioVault for Kubernetes：</a:t>
            </a:r>
            <a:endParaRPr sz="1200"/>
          </a:p>
          <a:p>
            <a:r>
              <a:rPr sz="1200"/>
              <a:t>优势：细粒度恢复选项、应用感知备份、企业支持。</a:t>
            </a:r>
            <a:endParaRPr sz="1200"/>
          </a:p>
          <a:p>
            <a:r>
              <a:rPr sz="1200"/>
              <a:t>局限：需要订阅，成本较高。</a:t>
            </a:r>
            <a:endParaRPr sz="1200"/>
          </a:p>
          <a:p>
            <a:r>
              <a:rPr lang="zh-CN" sz="1200"/>
              <a:t>https://docs.rancher.cn/docs/rancher2.5/backups/_index</a:t>
            </a:r>
            <a:endParaRPr lang="zh-CN" sz="1200"/>
          </a:p>
          <a:p>
            <a:endParaRPr lang="zh-CN" sz="1200"/>
          </a:p>
          <a:p>
            <a:r>
              <a:rPr sz="1200"/>
              <a:t>Rancher Backup：</a:t>
            </a:r>
            <a:endParaRPr sz="1200"/>
          </a:p>
          <a:p>
            <a:r>
              <a:rPr sz="1200"/>
              <a:t>优势：专为 Rancher 集群设计，深度集成 Rancher 生态，界面友好。</a:t>
            </a:r>
            <a:endParaRPr sz="1200"/>
          </a:p>
          <a:p>
            <a:r>
              <a:rPr sz="1200"/>
              <a:t>局限：主要适用于 Rancher 生态，通用性较弱。</a:t>
            </a:r>
            <a:endParaRPr sz="1200"/>
          </a:p>
          <a:p>
            <a:r>
              <a:rPr sz="1200"/>
              <a:t>https://docs.trilio.io/kubernetes</a:t>
            </a:r>
            <a:endParaRPr sz="12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sz="1200" dirty="0"/>
              <a:t>可迁移资源列表</a:t>
            </a:r>
            <a:endParaRPr kumimoji="1" lang="zh-CN" altLang="en-US" sz="1200"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 name="图片 3"/>
          <p:cNvPicPr>
            <a:picLocks noChangeAspect="1"/>
          </p:cNvPicPr>
          <p:nvPr/>
        </p:nvPicPr>
        <p:blipFill>
          <a:blip r:embed="rId2"/>
          <a:stretch>
            <a:fillRect/>
          </a:stretch>
        </p:blipFill>
        <p:spPr>
          <a:xfrm>
            <a:off x="2844165" y="843915"/>
            <a:ext cx="4796790" cy="426085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3973195" cy="4222115"/>
          </a:xfrm>
        </p:spPr>
        <p:txBody>
          <a:bodyPr/>
          <a:lstStyle/>
          <a:p>
            <a:r>
              <a:rPr kumimoji="1" lang="zh-CN" altLang="en-US" sz="1200" dirty="0"/>
              <a:t>迁移方案示意图</a:t>
            </a:r>
            <a:endParaRPr kumimoji="1" lang="zh-CN" altLang="en-US" sz="1200"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7" name="图片 6"/>
          <p:cNvPicPr>
            <a:picLocks noChangeAspect="1"/>
          </p:cNvPicPr>
          <p:nvPr/>
        </p:nvPicPr>
        <p:blipFill>
          <a:blip r:embed="rId2"/>
          <a:stretch>
            <a:fillRect/>
          </a:stretch>
        </p:blipFill>
        <p:spPr>
          <a:xfrm>
            <a:off x="539750" y="1419225"/>
            <a:ext cx="3855720" cy="3542665"/>
          </a:xfrm>
          <a:prstGeom prst="rect">
            <a:avLst/>
          </a:prstGeom>
        </p:spPr>
      </p:pic>
      <p:sp>
        <p:nvSpPr>
          <p:cNvPr id="8" name="内容占位符 1"/>
          <p:cNvSpPr>
            <a:spLocks noGrp="1"/>
          </p:cNvSpPr>
          <p:nvPr/>
        </p:nvSpPr>
        <p:spPr>
          <a:xfrm>
            <a:off x="4713605" y="988060"/>
            <a:ext cx="3973195" cy="4222115"/>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zh-CN" altLang="en-US" sz="1200" dirty="0"/>
              <a:t>迁移步骤</a:t>
            </a:r>
            <a:endParaRPr kumimoji="1" lang="zh-CN" altLang="en-US" sz="1200" dirty="0"/>
          </a:p>
        </p:txBody>
      </p:sp>
      <p:pic>
        <p:nvPicPr>
          <p:cNvPr id="9" name="图片 8"/>
          <p:cNvPicPr/>
          <p:nvPr/>
        </p:nvPicPr>
        <p:blipFill>
          <a:blip r:embed="rId3"/>
        </p:blipFill>
        <p:spPr>
          <a:xfrm>
            <a:off x="5220335" y="1491615"/>
            <a:ext cx="2952750" cy="327596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3973195" cy="4222115"/>
          </a:xfrm>
        </p:spPr>
        <p:txBody>
          <a:bodyPr/>
          <a:lstStyle/>
          <a:p>
            <a:r>
              <a:rPr kumimoji="1" lang="en-US" altLang="zh-CN" sz="1200" dirty="0"/>
              <a:t>1.</a:t>
            </a:r>
            <a:r>
              <a:rPr kumimoji="1" lang="zh-CN" altLang="en-US" sz="1200" dirty="0"/>
              <a:t>目标集群资源</a:t>
            </a:r>
            <a:r>
              <a:rPr kumimoji="1" lang="zh-CN" altLang="en-US" sz="1200" dirty="0"/>
              <a:t>规划</a:t>
            </a:r>
            <a:endParaRPr kumimoji="1" lang="zh-CN" altLang="en-US" sz="1200" dirty="0"/>
          </a:p>
          <a:p>
            <a:pPr lvl="1"/>
            <a:r>
              <a:rPr kumimoji="1" lang="zh-CN" altLang="en-US" sz="1200" dirty="0"/>
              <a:t>集群类型</a:t>
            </a:r>
            <a:r>
              <a:rPr kumimoji="1" lang="zh-CN" altLang="en-US" sz="1200" dirty="0"/>
              <a:t>选型</a:t>
            </a:r>
            <a:endParaRPr kumimoji="1" lang="zh-CN" altLang="en-US" sz="1200" dirty="0"/>
          </a:p>
          <a:p>
            <a:pPr lvl="1"/>
            <a:r>
              <a:rPr kumimoji="1" lang="zh-CN" altLang="en-US" sz="1200" dirty="0"/>
              <a:t>网络</a:t>
            </a:r>
            <a:r>
              <a:rPr kumimoji="1" lang="en-US" altLang="zh-CN" sz="1200" dirty="0"/>
              <a:t>VPC</a:t>
            </a:r>
            <a:r>
              <a:rPr kumimoji="1" lang="zh-CN" altLang="en-US" sz="1200" dirty="0"/>
              <a:t>配置</a:t>
            </a:r>
            <a:endParaRPr kumimoji="1" lang="zh-CN" altLang="en-US" sz="1200" dirty="0"/>
          </a:p>
          <a:p>
            <a:pPr lvl="1"/>
            <a:r>
              <a:rPr kumimoji="1" lang="zh-CN" altLang="en-US" sz="1200" dirty="0"/>
              <a:t>节点数量</a:t>
            </a:r>
            <a:endParaRPr kumimoji="1" lang="zh-CN" altLang="en-US" sz="1200" dirty="0"/>
          </a:p>
          <a:p>
            <a:pPr lvl="1"/>
            <a:r>
              <a:rPr kumimoji="1" lang="zh-CN" altLang="en-US" sz="1200" dirty="0"/>
              <a:t>节点规格</a:t>
            </a:r>
            <a:endParaRPr kumimoji="1" lang="en-US" altLang="zh-CN" sz="1200" dirty="0"/>
          </a:p>
          <a:p>
            <a:pPr lvl="1"/>
            <a:r>
              <a:rPr kumimoji="1" lang="en-US" altLang="zh-CN" sz="1200" dirty="0"/>
              <a:t>OS</a:t>
            </a:r>
            <a:r>
              <a:rPr kumimoji="1" lang="zh-CN" altLang="en-US" sz="1200" dirty="0"/>
              <a:t>类型</a:t>
            </a:r>
            <a:endParaRPr kumimoji="1" lang="zh-CN" altLang="en-US" sz="1200" dirty="0"/>
          </a:p>
          <a:p>
            <a:pPr lvl="2"/>
            <a:r>
              <a:rPr kumimoji="1" lang="en-US" altLang="zh-CN" sz="930" dirty="0"/>
              <a:t>CentOS</a:t>
            </a:r>
            <a:endParaRPr kumimoji="1" lang="en-US" altLang="zh-CN" sz="930" dirty="0"/>
          </a:p>
          <a:p>
            <a:pPr lvl="2"/>
            <a:r>
              <a:rPr kumimoji="1" lang="en-US" altLang="zh-CN" sz="930" dirty="0"/>
              <a:t>Open EluerOS</a:t>
            </a:r>
            <a:endParaRPr kumimoji="1" lang="zh-CN" altLang="en-US" sz="930" dirty="0"/>
          </a:p>
          <a:p>
            <a:pPr lvl="1"/>
            <a:r>
              <a:rPr kumimoji="1" lang="zh-CN" altLang="en-US" sz="1200" dirty="0"/>
              <a:t>系统盘</a:t>
            </a:r>
            <a:r>
              <a:rPr kumimoji="1" lang="zh-CN" altLang="en-US" sz="1200" dirty="0"/>
              <a:t>类型</a:t>
            </a:r>
            <a:endParaRPr kumimoji="1" lang="zh-CN" altLang="en-US" sz="1200" dirty="0"/>
          </a:p>
          <a:p>
            <a:pPr lvl="2"/>
            <a:r>
              <a:rPr kumimoji="1" lang="zh-CN" altLang="en-US" sz="930" dirty="0"/>
              <a:t>高</a:t>
            </a:r>
            <a:r>
              <a:rPr kumimoji="1" lang="en-US" altLang="zh-CN" sz="930" dirty="0"/>
              <a:t>IO</a:t>
            </a:r>
            <a:endParaRPr kumimoji="1" lang="en-US" altLang="zh-CN" sz="930" dirty="0"/>
          </a:p>
          <a:p>
            <a:pPr lvl="2"/>
            <a:r>
              <a:rPr kumimoji="1" lang="zh-CN" altLang="en-US" sz="930" dirty="0"/>
              <a:t>超高</a:t>
            </a:r>
            <a:r>
              <a:rPr kumimoji="1" lang="en-US" altLang="zh-CN" sz="930" dirty="0"/>
              <a:t>IO</a:t>
            </a:r>
            <a:endParaRPr kumimoji="1" lang="zh-CN" altLang="en-US" sz="930" dirty="0"/>
          </a:p>
          <a:p>
            <a:pPr lvl="1"/>
            <a:r>
              <a:rPr kumimoji="1" lang="zh-CN" altLang="en-US" sz="1200" dirty="0"/>
              <a:t>存储</a:t>
            </a:r>
            <a:r>
              <a:rPr kumimoji="1" lang="zh-CN" altLang="en-US" sz="1200" dirty="0"/>
              <a:t>类型</a:t>
            </a:r>
            <a:endParaRPr kumimoji="1" lang="zh-CN" altLang="en-US" sz="1200" dirty="0"/>
          </a:p>
          <a:p>
            <a:pPr lvl="2"/>
            <a:r>
              <a:rPr kumimoji="1" lang="zh-CN" altLang="en-US" sz="930" dirty="0"/>
              <a:t>云盘</a:t>
            </a:r>
            <a:endParaRPr kumimoji="1" lang="zh-CN" altLang="en-US" sz="930" dirty="0"/>
          </a:p>
          <a:p>
            <a:pPr lvl="2"/>
            <a:r>
              <a:rPr kumimoji="1" lang="en-US" altLang="zh-CN" sz="930" dirty="0"/>
              <a:t>NAS</a:t>
            </a:r>
            <a:endParaRPr kumimoji="1" lang="en-US" altLang="zh-CN" sz="930" dirty="0"/>
          </a:p>
          <a:p>
            <a:pPr lvl="2"/>
            <a:r>
              <a:rPr kumimoji="1" lang="zh-CN" altLang="en-US" sz="930" dirty="0"/>
              <a:t>对象</a:t>
            </a:r>
            <a:r>
              <a:rPr kumimoji="1" lang="zh-CN" altLang="en-US" sz="930" dirty="0"/>
              <a:t>存储</a:t>
            </a:r>
            <a:endParaRPr kumimoji="1" lang="zh-CN" altLang="en-US" sz="930" dirty="0"/>
          </a:p>
          <a:p>
            <a:pPr lvl="1"/>
            <a:endParaRPr kumimoji="1" lang="zh-CN" altLang="en-US" sz="1200"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内容占位符 1"/>
          <p:cNvSpPr>
            <a:spLocks noGrp="1"/>
          </p:cNvSpPr>
          <p:nvPr/>
        </p:nvSpPr>
        <p:spPr>
          <a:xfrm>
            <a:off x="4284345" y="987425"/>
            <a:ext cx="4042410" cy="3707765"/>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en-US" altLang="zh-CN" sz="1200" dirty="0"/>
              <a:t>2.</a:t>
            </a:r>
            <a:r>
              <a:rPr kumimoji="1" lang="zh-CN" altLang="en-US" sz="1200" dirty="0"/>
              <a:t>集群外资源迁移</a:t>
            </a:r>
            <a:endParaRPr kumimoji="1" lang="zh-CN" altLang="en-US" sz="1200" dirty="0"/>
          </a:p>
          <a:p>
            <a:pPr lvl="1"/>
            <a:r>
              <a:rPr lang="zh-CN" sz="1200">
                <a:solidFill>
                  <a:srgbClr val="191919"/>
                </a:solidFill>
                <a:latin typeface="+mj-ea"/>
                <a:ea typeface="+mj-ea"/>
                <a:cs typeface="+mj-ea"/>
                <a:sym typeface="+mn-ea"/>
              </a:rPr>
              <a:t>镜像：</a:t>
            </a:r>
            <a:r>
              <a:rPr kumimoji="1" lang="en-US" altLang="zh-CN" sz="1200" dirty="0">
                <a:latin typeface="+mj-ea"/>
                <a:ea typeface="+mj-ea"/>
                <a:cs typeface="+mj-ea"/>
                <a:sym typeface="+mn-ea"/>
              </a:rPr>
              <a:t>image-syncer/image-</a:t>
            </a:r>
            <a:r>
              <a:rPr sz="1200">
                <a:solidFill>
                  <a:srgbClr val="191919"/>
                </a:solidFill>
                <a:latin typeface="+mj-ea"/>
                <a:ea typeface="+mj-ea"/>
                <a:cs typeface="+mj-ea"/>
                <a:sym typeface="+mn-ea"/>
              </a:rPr>
              <a:t>migrator</a:t>
            </a:r>
            <a:endParaRPr sz="1200" u="sng">
              <a:solidFill>
                <a:srgbClr val="191919"/>
              </a:solidFill>
              <a:latin typeface="+mj-ea"/>
              <a:ea typeface="+mj-ea"/>
              <a:cs typeface="+mj-ea"/>
              <a:sym typeface="+mn-ea"/>
            </a:endParaRPr>
          </a:p>
          <a:p>
            <a:pPr lvl="1"/>
            <a:endParaRPr sz="1200">
              <a:solidFill>
                <a:srgbClr val="191919"/>
              </a:solidFill>
              <a:latin typeface="+mj-ea"/>
              <a:ea typeface="+mj-ea"/>
              <a:cs typeface="+mj-ea"/>
              <a:sym typeface="+mn-ea"/>
            </a:endParaRPr>
          </a:p>
          <a:p>
            <a:pPr lvl="1"/>
            <a:endParaRPr sz="1200">
              <a:solidFill>
                <a:srgbClr val="191919"/>
              </a:solidFill>
              <a:latin typeface="+mj-ea"/>
              <a:ea typeface="+mj-ea"/>
              <a:cs typeface="+mj-ea"/>
              <a:sym typeface="+mn-ea"/>
            </a:endParaRPr>
          </a:p>
          <a:p>
            <a:pPr lvl="1"/>
            <a:r>
              <a:rPr kumimoji="1" lang="zh-CN" altLang="en-US" sz="1200" dirty="0">
                <a:latin typeface="+mj-ea"/>
                <a:ea typeface="+mj-ea"/>
                <a:cs typeface="+mj-ea"/>
              </a:rPr>
              <a:t>数据库：</a:t>
            </a:r>
            <a:r>
              <a:rPr kumimoji="1" lang="en-US" altLang="zh-CN" sz="1200" dirty="0">
                <a:latin typeface="+mj-ea"/>
                <a:ea typeface="+mj-ea"/>
                <a:cs typeface="+mj-ea"/>
              </a:rPr>
              <a:t>DTS/DBSwitch/Cloud</a:t>
            </a:r>
            <a:r>
              <a:rPr kumimoji="1" lang="en-US" altLang="zh-CN" sz="1200" dirty="0">
                <a:latin typeface="+mj-ea"/>
                <a:ea typeface="+mj-ea"/>
                <a:cs typeface="+mj-ea"/>
              </a:rPr>
              <a:t>Canal</a:t>
            </a:r>
            <a:endParaRPr kumimoji="1" lang="en-US" altLang="zh-CN" sz="1200" dirty="0">
              <a:latin typeface="+mj-ea"/>
              <a:ea typeface="+mj-ea"/>
              <a:cs typeface="+mj-ea"/>
            </a:endParaRPr>
          </a:p>
          <a:p>
            <a:pPr lvl="1"/>
            <a:endParaRPr kumimoji="1" lang="en-US" altLang="zh-CN" sz="1200" dirty="0">
              <a:latin typeface="+mj-ea"/>
              <a:ea typeface="+mj-ea"/>
              <a:cs typeface="+mj-ea"/>
            </a:endParaRPr>
          </a:p>
          <a:p>
            <a:pPr lvl="1"/>
            <a:endParaRPr kumimoji="1" lang="en-US" altLang="zh-CN" sz="1200" dirty="0">
              <a:latin typeface="+mj-ea"/>
              <a:ea typeface="+mj-ea"/>
              <a:cs typeface="+mj-ea"/>
            </a:endParaRPr>
          </a:p>
          <a:p>
            <a:pPr lvl="1"/>
            <a:endParaRPr kumimoji="1" lang="en-US" altLang="zh-CN" sz="1200" dirty="0">
              <a:latin typeface="+mj-ea"/>
              <a:ea typeface="+mj-ea"/>
              <a:cs typeface="+mj-ea"/>
            </a:endParaRPr>
          </a:p>
          <a:p>
            <a:pPr lvl="1"/>
            <a:r>
              <a:rPr kumimoji="1" lang="en-US" altLang="zh-CN" sz="1200" dirty="0">
                <a:latin typeface="+mj-ea"/>
                <a:ea typeface="+mj-ea"/>
                <a:cs typeface="+mj-ea"/>
              </a:rPr>
              <a:t>OSS</a:t>
            </a:r>
            <a:r>
              <a:rPr kumimoji="1" lang="zh-CN" altLang="en-US" sz="1200" dirty="0">
                <a:latin typeface="+mj-ea"/>
                <a:ea typeface="+mj-ea"/>
                <a:cs typeface="+mj-ea"/>
              </a:rPr>
              <a:t>：</a:t>
            </a:r>
            <a:r>
              <a:rPr kumimoji="1" lang="en-US" altLang="zh-CN" sz="1200" dirty="0">
                <a:latin typeface="+mj-ea"/>
                <a:ea typeface="+mj-ea"/>
                <a:cs typeface="+mj-ea"/>
              </a:rPr>
              <a:t>JuiceFS/CUCloudOSS</a:t>
            </a:r>
            <a:endParaRPr kumimoji="1" lang="en-US" altLang="zh-CN" sz="1200" dirty="0">
              <a:latin typeface="+mj-ea"/>
              <a:ea typeface="+mj-ea"/>
              <a:cs typeface="+mj-ea"/>
            </a:endParaRPr>
          </a:p>
          <a:p>
            <a:pPr lvl="1"/>
            <a:endParaRPr kumimoji="1" lang="zh-CN" altLang="en-US" sz="1200" dirty="0">
              <a:latin typeface="+mj-ea"/>
              <a:ea typeface="+mj-ea"/>
              <a:cs typeface="+mj-ea"/>
            </a:endParaRPr>
          </a:p>
        </p:txBody>
      </p:sp>
      <p:pic>
        <p:nvPicPr>
          <p:cNvPr id="5" name="图片 4"/>
          <p:cNvPicPr>
            <a:picLocks noChangeAspect="1"/>
          </p:cNvPicPr>
          <p:nvPr/>
        </p:nvPicPr>
        <p:blipFill>
          <a:blip r:embed="rId2"/>
          <a:stretch>
            <a:fillRect/>
          </a:stretch>
        </p:blipFill>
        <p:spPr>
          <a:xfrm>
            <a:off x="6012180" y="2571750"/>
            <a:ext cx="962660" cy="775335"/>
          </a:xfrm>
          <a:prstGeom prst="rect">
            <a:avLst/>
          </a:prstGeom>
        </p:spPr>
      </p:pic>
      <p:pic>
        <p:nvPicPr>
          <p:cNvPr id="6" name="图片 5"/>
          <p:cNvPicPr>
            <a:picLocks noChangeAspect="1"/>
          </p:cNvPicPr>
          <p:nvPr/>
        </p:nvPicPr>
        <p:blipFill>
          <a:blip r:embed="rId3"/>
          <a:stretch>
            <a:fillRect/>
          </a:stretch>
        </p:blipFill>
        <p:spPr>
          <a:xfrm>
            <a:off x="6736080" y="2842895"/>
            <a:ext cx="1076325" cy="542925"/>
          </a:xfrm>
          <a:prstGeom prst="rect">
            <a:avLst/>
          </a:prstGeom>
        </p:spPr>
      </p:pic>
      <p:pic>
        <p:nvPicPr>
          <p:cNvPr id="10" name="图片 9"/>
          <p:cNvPicPr>
            <a:picLocks noChangeAspect="1"/>
          </p:cNvPicPr>
          <p:nvPr/>
        </p:nvPicPr>
        <p:blipFill>
          <a:blip r:embed="rId4"/>
          <a:stretch>
            <a:fillRect/>
          </a:stretch>
        </p:blipFill>
        <p:spPr>
          <a:xfrm>
            <a:off x="5932805" y="1620520"/>
            <a:ext cx="2350135" cy="644525"/>
          </a:xfrm>
          <a:prstGeom prst="rect">
            <a:avLst/>
          </a:prstGeom>
        </p:spPr>
      </p:pic>
      <p:pic>
        <p:nvPicPr>
          <p:cNvPr id="11" name="图片 10"/>
          <p:cNvPicPr>
            <a:picLocks noChangeAspect="1"/>
          </p:cNvPicPr>
          <p:nvPr/>
        </p:nvPicPr>
        <p:blipFill>
          <a:blip r:embed="rId5"/>
          <a:stretch>
            <a:fillRect/>
          </a:stretch>
        </p:blipFill>
        <p:spPr>
          <a:xfrm>
            <a:off x="6012180" y="3939540"/>
            <a:ext cx="1866900" cy="54292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en-US" altLang="zh-CN" sz="1300" dirty="0"/>
              <a:t>3.</a:t>
            </a:r>
            <a:r>
              <a:rPr kumimoji="1" lang="zh-CN" altLang="en-US" sz="1300" dirty="0"/>
              <a:t>迁移工具安装</a:t>
            </a:r>
            <a:r>
              <a:rPr kumimoji="1" lang="en-US" altLang="zh-CN" sz="1300" dirty="0"/>
              <a:t>-</a:t>
            </a:r>
            <a:r>
              <a:rPr kumimoji="1" lang="zh-CN" altLang="en-US" sz="1300" dirty="0"/>
              <a:t>华为云配置</a:t>
            </a:r>
            <a:r>
              <a:rPr kumimoji="1" lang="en-US" altLang="zh-CN" sz="1300" dirty="0"/>
              <a:t>kubectl</a:t>
            </a:r>
            <a:endParaRPr kumimoji="1" lang="en-US" altLang="zh-CN" sz="1300" dirty="0"/>
          </a:p>
          <a:p>
            <a:pPr marL="0" indent="457200">
              <a:buNone/>
            </a:pPr>
            <a:endParaRPr kumimoji="1" lang="zh-CN" altLang="en-US" sz="1300" dirty="0"/>
          </a:p>
          <a:p>
            <a:pPr marL="342900" lvl="1" indent="0">
              <a:buNone/>
            </a:pPr>
            <a:endParaRPr kumimoji="1" lang="zh-CN" altLang="en-US" sz="1300"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 name="图片 3"/>
          <p:cNvPicPr>
            <a:picLocks noChangeAspect="1"/>
          </p:cNvPicPr>
          <p:nvPr/>
        </p:nvPicPr>
        <p:blipFill>
          <a:blip r:embed="rId2"/>
          <a:stretch>
            <a:fillRect/>
          </a:stretch>
        </p:blipFill>
        <p:spPr>
          <a:xfrm>
            <a:off x="1331595" y="1203325"/>
            <a:ext cx="6229350" cy="1858010"/>
          </a:xfrm>
          <a:prstGeom prst="rect">
            <a:avLst/>
          </a:prstGeom>
        </p:spPr>
      </p:pic>
      <p:pic>
        <p:nvPicPr>
          <p:cNvPr id="6" name="图片 5"/>
          <p:cNvPicPr>
            <a:picLocks noChangeAspect="1"/>
          </p:cNvPicPr>
          <p:nvPr/>
        </p:nvPicPr>
        <p:blipFill>
          <a:blip r:embed="rId3"/>
          <a:stretch>
            <a:fillRect/>
          </a:stretch>
        </p:blipFill>
        <p:spPr>
          <a:xfrm>
            <a:off x="1403985" y="3148330"/>
            <a:ext cx="6138545" cy="175514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sz="1300" dirty="0"/>
              <a:t>华为云配置</a:t>
            </a:r>
            <a:r>
              <a:rPr kumimoji="1" lang="en-US" altLang="zh-CN" sz="1300" dirty="0"/>
              <a:t>kubectl</a:t>
            </a:r>
            <a:endParaRPr kumimoji="1" lang="en-US" altLang="zh-CN" sz="1300" dirty="0"/>
          </a:p>
          <a:p>
            <a:pPr marL="0" indent="457200">
              <a:buNone/>
            </a:pPr>
            <a:endParaRPr kumimoji="1" lang="zh-CN" altLang="en-US" sz="1300" dirty="0"/>
          </a:p>
          <a:p>
            <a:pPr marL="342900" lvl="1" indent="0">
              <a:buNone/>
            </a:pPr>
            <a:endParaRPr kumimoji="1" lang="zh-CN" altLang="en-US" sz="1300"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p:cNvPicPr>
            <a:picLocks noChangeAspect="1"/>
          </p:cNvPicPr>
          <p:nvPr/>
        </p:nvPicPr>
        <p:blipFill>
          <a:blip r:embed="rId2"/>
          <a:stretch>
            <a:fillRect/>
          </a:stretch>
        </p:blipFill>
        <p:spPr>
          <a:xfrm>
            <a:off x="683895" y="1203960"/>
            <a:ext cx="5304790" cy="2130425"/>
          </a:xfrm>
          <a:prstGeom prst="rect">
            <a:avLst/>
          </a:prstGeom>
        </p:spPr>
      </p:pic>
      <p:pic>
        <p:nvPicPr>
          <p:cNvPr id="9" name="图片 8"/>
          <p:cNvPicPr>
            <a:picLocks noChangeAspect="1"/>
          </p:cNvPicPr>
          <p:nvPr/>
        </p:nvPicPr>
        <p:blipFill>
          <a:blip r:embed="rId3"/>
          <a:stretch>
            <a:fillRect/>
          </a:stretch>
        </p:blipFill>
        <p:spPr>
          <a:xfrm>
            <a:off x="755650" y="3291840"/>
            <a:ext cx="6076950" cy="1790700"/>
          </a:xfrm>
          <a:prstGeom prst="rect">
            <a:avLst/>
          </a:prstGeom>
        </p:spPr>
      </p:pic>
      <p:pic>
        <p:nvPicPr>
          <p:cNvPr id="10" name="图片 9"/>
          <p:cNvPicPr>
            <a:picLocks noChangeAspect="1"/>
          </p:cNvPicPr>
          <p:nvPr/>
        </p:nvPicPr>
        <p:blipFill>
          <a:blip r:embed="rId3"/>
          <a:stretch>
            <a:fillRect/>
          </a:stretch>
        </p:blipFill>
        <p:spPr>
          <a:xfrm>
            <a:off x="716915" y="3291840"/>
            <a:ext cx="6076950" cy="17907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605" y="764818"/>
            <a:ext cx="8219256" cy="3834426"/>
          </a:xfrm>
        </p:spPr>
        <p:txBody>
          <a:bodyPr/>
          <a:lstStyle/>
          <a:p>
            <a:r>
              <a:rPr kumimoji="1" lang="zh-CN" altLang="en-US" dirty="0"/>
              <a:t>Github软件包地址：</a:t>
            </a:r>
            <a:endParaRPr kumimoji="1" lang="zh-CN" altLang="en-US" dirty="0"/>
          </a:p>
          <a:p>
            <a:pPr marL="0" indent="0">
              <a:buNone/>
            </a:pPr>
            <a:r>
              <a:rPr kumimoji="1" lang="zh-CN" altLang="en-US" sz="1400" dirty="0">
                <a:sym typeface="+mn-ea"/>
              </a:rPr>
              <a:t>https://github.com/vmware-tanzu/velero/releases</a:t>
            </a:r>
            <a:endParaRPr kumimoji="1" lang="zh-CN" altLang="en-US" sz="1400" dirty="0">
              <a:sym typeface="+mn-ea"/>
            </a:endParaRPr>
          </a:p>
          <a:p>
            <a:pPr marL="0" indent="0">
              <a:buNone/>
            </a:pPr>
            <a:endParaRPr kumimoji="1" lang="zh-CN" altLang="en-US" sz="1400" dirty="0">
              <a:sym typeface="+mn-ea"/>
            </a:endParaRPr>
          </a:p>
          <a:p>
            <a:pPr marL="0" indent="0">
              <a:buNone/>
            </a:pPr>
            <a:r>
              <a:rPr kumimoji="1" lang="en-US" altLang="zh-CN" sz="1400" b="0" dirty="0">
                <a:sym typeface="+mn-ea"/>
              </a:rPr>
              <a:t>wget https://github.com/vmware-tanzu/velero/releases/download/v1.7.0/velero-v1.7.0-linux-amd64.tar.gz</a:t>
            </a:r>
            <a:endParaRPr kumimoji="1" lang="en-US" altLang="zh-CN" sz="1400" b="0" dirty="0">
              <a:sym typeface="+mn-ea"/>
            </a:endParaRPr>
          </a:p>
          <a:p>
            <a:pPr marL="0" indent="0">
              <a:buNone/>
            </a:pPr>
            <a:r>
              <a:rPr kumimoji="1" lang="zh-CN" altLang="en-US" sz="1400" b="0" dirty="0">
                <a:sym typeface="+mn-ea"/>
              </a:rPr>
              <a:t>linux-amd64.tar.gz</a:t>
            </a:r>
            <a:endParaRPr kumimoji="1" lang="zh-CN" altLang="en-US" sz="1400" b="0" dirty="0">
              <a:sym typeface="+mn-ea"/>
            </a:endParaRPr>
          </a:p>
          <a:p>
            <a:pPr marL="0" indent="0">
              <a:buNone/>
            </a:pPr>
            <a:r>
              <a:rPr kumimoji="1" lang="zh-CN" altLang="en-US" sz="1400" b="0" dirty="0">
                <a:sym typeface="+mn-ea"/>
              </a:rPr>
              <a:t>tar -zxf velero-v1.</a:t>
            </a:r>
            <a:r>
              <a:rPr kumimoji="1" lang="en-US" altLang="zh-CN" sz="1400" b="0" dirty="0">
                <a:sym typeface="+mn-ea"/>
              </a:rPr>
              <a:t>7</a:t>
            </a:r>
            <a:r>
              <a:rPr kumimoji="1" lang="zh-CN" altLang="en-US" sz="1400" b="0" dirty="0">
                <a:sym typeface="+mn-ea"/>
              </a:rPr>
              <a:t>.</a:t>
            </a:r>
            <a:r>
              <a:rPr kumimoji="1" lang="en-US" altLang="zh-CN" sz="1400" b="0" dirty="0">
                <a:sym typeface="+mn-ea"/>
              </a:rPr>
              <a:t>0</a:t>
            </a:r>
            <a:r>
              <a:rPr kumimoji="1" lang="zh-CN" altLang="en-US" sz="1400" b="0" dirty="0">
                <a:sym typeface="+mn-ea"/>
              </a:rPr>
              <a:t>-linux-amd64.tar.gz</a:t>
            </a:r>
            <a:endParaRPr kumimoji="1" lang="zh-CN" altLang="en-US" sz="1400" b="0" dirty="0">
              <a:sym typeface="+mn-ea"/>
            </a:endParaRPr>
          </a:p>
          <a:p>
            <a:pPr marL="0" indent="0">
              <a:buNone/>
            </a:pPr>
            <a:r>
              <a:rPr kumimoji="1" lang="zh-CN" altLang="en-US" sz="1400" b="0" dirty="0">
                <a:sym typeface="+mn-ea"/>
              </a:rPr>
              <a:t>cp velero-v1.</a:t>
            </a:r>
            <a:r>
              <a:rPr kumimoji="1" lang="en-US" altLang="zh-CN" sz="1400" b="0" dirty="0">
                <a:sym typeface="+mn-ea"/>
              </a:rPr>
              <a:t>7</a:t>
            </a:r>
            <a:r>
              <a:rPr kumimoji="1" lang="zh-CN" altLang="en-US" sz="1400" b="0" dirty="0">
                <a:sym typeface="+mn-ea"/>
              </a:rPr>
              <a:t>.</a:t>
            </a:r>
            <a:r>
              <a:rPr kumimoji="1" lang="en-US" altLang="zh-CN" sz="1400" b="0" dirty="0">
                <a:sym typeface="+mn-ea"/>
              </a:rPr>
              <a:t>0</a:t>
            </a:r>
            <a:r>
              <a:rPr kumimoji="1" lang="zh-CN" altLang="en-US" sz="1400" b="0" dirty="0">
                <a:sym typeface="+mn-ea"/>
              </a:rPr>
              <a:t>-linux-amd64/velero /usr/local/bin/velero</a:t>
            </a:r>
            <a:endParaRPr kumimoji="1" lang="zh-CN" altLang="en-US" sz="1400" b="0" dirty="0">
              <a:sym typeface="+mn-ea"/>
            </a:endParaRPr>
          </a:p>
          <a:p>
            <a:pPr marL="0" indent="0">
              <a:buNone/>
            </a:pPr>
            <a:r>
              <a:rPr kumimoji="1" lang="zh-CN" altLang="en-US" sz="1400" b="0" dirty="0">
                <a:sym typeface="+mn-ea"/>
              </a:rPr>
              <a:t>velero version</a:t>
            </a:r>
            <a:endParaRPr kumimoji="1" lang="zh-CN" altLang="en-US" sz="1400" b="0" dirty="0">
              <a:sym typeface="+mn-ea"/>
            </a:endParaRPr>
          </a:p>
          <a:p>
            <a:pPr marL="0" indent="0">
              <a:buNone/>
            </a:pPr>
            <a:r>
              <a:rPr kumimoji="1" lang="zh-CN" altLang="en-US" sz="1400" b="0" dirty="0">
                <a:sym typeface="+mn-ea"/>
              </a:rPr>
              <a:t>因为目前还未部署velero的server端所以找不到</a:t>
            </a:r>
            <a:endParaRPr kumimoji="1" lang="zh-CN" altLang="en-US" sz="1400" b="0" dirty="0">
              <a:sym typeface="+mn-ea"/>
            </a:endParaRPr>
          </a:p>
          <a:p>
            <a:pPr marL="0" indent="0">
              <a:buNone/>
            </a:pPr>
            <a:r>
              <a:rPr kumimoji="1" lang="zh-CN" altLang="en-US" sz="1400" b="0" dirty="0">
                <a:sym typeface="+mn-ea"/>
              </a:rPr>
              <a:t>Client: Version: v1.</a:t>
            </a:r>
            <a:r>
              <a:rPr kumimoji="1" lang="en-US" altLang="zh-CN" sz="1400" b="0" dirty="0">
                <a:sym typeface="+mn-ea"/>
              </a:rPr>
              <a:t>7</a:t>
            </a:r>
            <a:r>
              <a:rPr kumimoji="1" lang="zh-CN" altLang="en-US" sz="1400" b="0" dirty="0">
                <a:sym typeface="+mn-ea"/>
              </a:rPr>
              <a:t>.</a:t>
            </a:r>
            <a:r>
              <a:rPr kumimoji="1" lang="en-US" altLang="zh-CN" sz="1400" b="0" dirty="0">
                <a:sym typeface="+mn-ea"/>
              </a:rPr>
              <a:t>0</a:t>
            </a:r>
            <a:r>
              <a:rPr kumimoji="1" lang="zh-CN" altLang="en-US" sz="1400" b="0" dirty="0">
                <a:sym typeface="+mn-ea"/>
              </a:rPr>
              <a:t> Git commit: 684f71306e9c2fda204a16cb012dc209523cfae1 &lt;error getting server version: no matches for kind "ServerStatusRequest" in version "velero.io/v1"&gt;</a:t>
            </a:r>
            <a:endParaRPr kumimoji="1" lang="zh-CN" altLang="en-US" sz="1400" b="0" dirty="0">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创建密钥</a:t>
            </a:r>
            <a:r>
              <a:rPr kumimoji="1" lang="en-US" altLang="zh-CN" dirty="0"/>
              <a:t>(</a:t>
            </a:r>
            <a:r>
              <a:rPr kumimoji="1" lang="zh-CN" altLang="en-US" dirty="0"/>
              <a:t>联通云</a:t>
            </a:r>
            <a:r>
              <a:rPr kumimoji="1" lang="en-US" altLang="zh-CN" dirty="0"/>
              <a:t>AK/SK)</a:t>
            </a:r>
            <a:r>
              <a:rPr kumimoji="1" lang="zh-CN" altLang="en-US" dirty="0"/>
              <a:t>：</a:t>
            </a:r>
            <a:endParaRPr kumimoji="1" lang="zh-CN" altLang="en-US" dirty="0"/>
          </a:p>
          <a:p>
            <a:pPr lvl="1"/>
            <a:r>
              <a:rPr kumimoji="1" lang="zh-CN" altLang="en-US" sz="1400" b="0" dirty="0">
                <a:sym typeface="+mn-ea"/>
              </a:rPr>
              <a:t>mkdir /k8s-test/velero/velero -p</a:t>
            </a:r>
            <a:endParaRPr kumimoji="1" lang="zh-CN" altLang="en-US" sz="1400" b="0" dirty="0">
              <a:sym typeface="+mn-ea"/>
            </a:endParaRPr>
          </a:p>
          <a:p>
            <a:pPr lvl="1"/>
            <a:r>
              <a:rPr kumimoji="1" lang="zh-CN" altLang="en-US" sz="1400" b="0" dirty="0">
                <a:sym typeface="+mn-ea"/>
              </a:rPr>
              <a:t>vim /k8s-test/velero/velero/oss-credentials.txt</a:t>
            </a:r>
            <a:endParaRPr kumimoji="1" lang="zh-CN" altLang="en-US" sz="1400" b="0" dirty="0">
              <a:sym typeface="+mn-ea"/>
            </a:endParaRPr>
          </a:p>
          <a:p>
            <a:pPr lvl="2"/>
            <a:r>
              <a:rPr kumimoji="1" lang="zh-CN" altLang="en-US" sz="1085" b="0" dirty="0">
                <a:sym typeface="+mn-ea"/>
              </a:rPr>
              <a:t>腾讯云</a:t>
            </a:r>
            <a:endParaRPr kumimoji="1" lang="zh-CN" altLang="en-US" sz="1085" b="0" dirty="0">
              <a:sym typeface="+mn-ea"/>
            </a:endParaRPr>
          </a:p>
          <a:p>
            <a:pPr lvl="2"/>
            <a:r>
              <a:rPr kumimoji="1" lang="zh-CN" altLang="en-US" sz="1085" b="0" dirty="0">
                <a:sym typeface="+mn-ea"/>
              </a:rPr>
              <a:t>[default]</a:t>
            </a:r>
            <a:endParaRPr kumimoji="1" lang="zh-CN" altLang="en-US" sz="1085" b="0" dirty="0">
              <a:sym typeface="+mn-ea"/>
            </a:endParaRPr>
          </a:p>
          <a:p>
            <a:pPr lvl="2"/>
            <a:r>
              <a:rPr kumimoji="1" lang="zh-CN" altLang="en-US" sz="1085" b="0" dirty="0">
                <a:sym typeface="+mn-ea"/>
              </a:rPr>
              <a:t>aws_access_key_id = AQSNVWEXAR6DL1Q5IC08</a:t>
            </a:r>
            <a:endParaRPr kumimoji="1" lang="zh-CN" altLang="en-US" sz="1085" b="0" dirty="0">
              <a:sym typeface="+mn-ea"/>
            </a:endParaRPr>
          </a:p>
          <a:p>
            <a:pPr lvl="2"/>
            <a:r>
              <a:rPr kumimoji="1" lang="zh-CN" altLang="en-US" sz="1085" b="0" dirty="0">
                <a:sym typeface="+mn-ea"/>
              </a:rPr>
              <a:t>aws_secret_access_key = m93QjhqldlMqBq0is2RsAu5FjlNLhnE4ZxqKraUj</a:t>
            </a:r>
            <a:endParaRPr kumimoji="1" lang="zh-CN" altLang="en-US" sz="1085" b="0" dirty="0">
              <a:sym typeface="+mn-ea"/>
            </a:endParaRPr>
          </a:p>
          <a:p>
            <a:pPr lvl="2"/>
            <a:r>
              <a:rPr kumimoji="1" lang="zh-CN" altLang="en-US" sz="1085" b="0" dirty="0">
                <a:sym typeface="+mn-ea"/>
              </a:rPr>
              <a:t>-----</a:t>
            </a:r>
            <a:endParaRPr kumimoji="1" lang="zh-CN" altLang="en-US" sz="1085" b="0" dirty="0">
              <a:sym typeface="+mn-ea"/>
            </a:endParaRPr>
          </a:p>
          <a:p>
            <a:pPr lvl="2"/>
            <a:r>
              <a:rPr kumimoji="1" lang="zh-CN" altLang="en-US" sz="1085" b="0" dirty="0">
                <a:sym typeface="+mn-ea"/>
              </a:rPr>
              <a:t>联通云</a:t>
            </a:r>
            <a:endParaRPr kumimoji="1" lang="zh-CN" altLang="en-US" sz="1085" b="0" dirty="0">
              <a:sym typeface="+mn-ea"/>
            </a:endParaRPr>
          </a:p>
          <a:p>
            <a:pPr lvl="2"/>
            <a:r>
              <a:rPr kumimoji="1" lang="zh-CN" altLang="en-US" sz="1085" b="0" dirty="0">
                <a:sym typeface="+mn-ea"/>
              </a:rPr>
              <a:t>[default]</a:t>
            </a:r>
            <a:endParaRPr kumimoji="1" lang="zh-CN" altLang="en-US" sz="1085" b="0" dirty="0">
              <a:sym typeface="+mn-ea"/>
            </a:endParaRPr>
          </a:p>
          <a:p>
            <a:pPr lvl="2"/>
            <a:r>
              <a:rPr kumimoji="1" lang="zh-CN" altLang="en-US" sz="1085" b="0" dirty="0">
                <a:sym typeface="+mn-ea"/>
              </a:rPr>
              <a:t>aws_access_key_id = 82E7E67E37F041DFA8308A04F3BFB4D08968</a:t>
            </a:r>
            <a:endParaRPr kumimoji="1" lang="zh-CN" altLang="en-US" sz="1085" b="0" dirty="0">
              <a:sym typeface="+mn-ea"/>
            </a:endParaRPr>
          </a:p>
          <a:p>
            <a:pPr lvl="2"/>
            <a:r>
              <a:rPr kumimoji="1" lang="zh-CN" altLang="en-US" sz="1085" b="0" dirty="0">
                <a:sym typeface="+mn-ea"/>
              </a:rPr>
              <a:t>aws_secret_access_key = E3F2DE4E3D2E4A15B511BDA1946311BC6793</a:t>
            </a:r>
            <a:endParaRPr kumimoji="1" lang="zh-CN" altLang="en-US" sz="1085" b="0" dirty="0">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3924935" cy="3834130"/>
          </a:xfrm>
        </p:spPr>
        <p:txBody>
          <a:bodyPr/>
          <a:lstStyle/>
          <a:p>
            <a:r>
              <a:rPr kumimoji="1" lang="zh-CN" altLang="en-US" dirty="0"/>
              <a:t>华为云部署</a:t>
            </a:r>
            <a:r>
              <a:rPr kumimoji="1" lang="en-US" altLang="zh-CN" dirty="0"/>
              <a:t>Velero</a:t>
            </a:r>
            <a:r>
              <a:rPr kumimoji="1" lang="zh-CN" altLang="en-US" dirty="0"/>
              <a:t>：</a:t>
            </a:r>
            <a:endParaRPr kumimoji="1" lang="zh-CN" altLang="en-US" dirty="0"/>
          </a:p>
          <a:p>
            <a:pPr lvl="1"/>
            <a:r>
              <a:rPr kumimoji="1" lang="zh-CN" altLang="en-US" sz="900" b="0" dirty="0">
                <a:sym typeface="+mn-ea"/>
              </a:rPr>
              <a:t>华为云</a:t>
            </a:r>
            <a:endParaRPr kumimoji="1" lang="zh-CN" altLang="en-US" sz="900" b="0" dirty="0">
              <a:sym typeface="+mn-ea"/>
            </a:endParaRPr>
          </a:p>
          <a:p>
            <a:pPr marL="342900" lvl="1" indent="0">
              <a:buNone/>
            </a:pPr>
            <a:r>
              <a:rPr kumimoji="1" lang="zh-CN" altLang="en-US" sz="900" b="0" dirty="0">
                <a:sym typeface="+mn-ea"/>
              </a:rPr>
              <a:t>velero install \</a:t>
            </a:r>
            <a:endParaRPr kumimoji="1" lang="zh-CN" altLang="en-US" sz="900" b="0" dirty="0">
              <a:sym typeface="+mn-ea"/>
            </a:endParaRPr>
          </a:p>
          <a:p>
            <a:pPr marL="342900" lvl="1" indent="0">
              <a:buNone/>
            </a:pPr>
            <a:r>
              <a:rPr kumimoji="1" lang="zh-CN" altLang="en-US" sz="900" b="0" dirty="0">
                <a:sym typeface="+mn-ea"/>
              </a:rPr>
              <a:t>  --provider aws \</a:t>
            </a:r>
            <a:endParaRPr kumimoji="1" lang="zh-CN" altLang="en-US" sz="900" b="0" dirty="0">
              <a:sym typeface="+mn-ea"/>
            </a:endParaRPr>
          </a:p>
          <a:p>
            <a:pPr marL="342900" lvl="1" indent="0">
              <a:buNone/>
            </a:pPr>
            <a:r>
              <a:rPr kumimoji="1" lang="zh-CN" altLang="en-US" sz="900" b="0" dirty="0">
                <a:sym typeface="+mn-ea"/>
              </a:rPr>
              <a:t>  --bucket elasti-oss \</a:t>
            </a:r>
            <a:endParaRPr kumimoji="1" lang="zh-CN" altLang="en-US" sz="900" b="0" dirty="0">
              <a:sym typeface="+mn-ea"/>
            </a:endParaRPr>
          </a:p>
          <a:p>
            <a:pPr marL="342900" lvl="1" indent="0">
              <a:buNone/>
            </a:pPr>
            <a:r>
              <a:rPr kumimoji="1" lang="zh-CN" altLang="en-US" sz="900" b="0" dirty="0">
                <a:sym typeface="+mn-ea"/>
              </a:rPr>
              <a:t>  --image velero/velero:v1.12.3 \</a:t>
            </a:r>
            <a:endParaRPr kumimoji="1" lang="zh-CN" altLang="en-US" sz="900" b="0" dirty="0">
              <a:sym typeface="+mn-ea"/>
            </a:endParaRPr>
          </a:p>
          <a:p>
            <a:pPr marL="342900" lvl="1" indent="0">
              <a:buNone/>
            </a:pPr>
            <a:r>
              <a:rPr kumimoji="1" lang="zh-CN" altLang="en-US" sz="900" b="0" dirty="0">
                <a:sym typeface="+mn-ea"/>
              </a:rPr>
              <a:t>  --plugins velero/velero-plugin-for-aws:v1.8.1 \</a:t>
            </a:r>
            <a:endParaRPr kumimoji="1" lang="zh-CN" altLang="en-US" sz="900" b="0" dirty="0">
              <a:sym typeface="+mn-ea"/>
            </a:endParaRPr>
          </a:p>
          <a:p>
            <a:pPr marL="342900" lvl="1" indent="0">
              <a:buNone/>
            </a:pPr>
            <a:r>
              <a:rPr kumimoji="1" lang="zh-CN" altLang="en-US" sz="900" b="0" dirty="0">
                <a:sym typeface="+mn-ea"/>
              </a:rPr>
              <a:t>  --namespace velero \</a:t>
            </a:r>
            <a:endParaRPr kumimoji="1" lang="zh-CN" altLang="en-US" sz="900" b="0" dirty="0">
              <a:sym typeface="+mn-ea"/>
            </a:endParaRPr>
          </a:p>
          <a:p>
            <a:pPr marL="342900" lvl="1" indent="0">
              <a:buNone/>
            </a:pPr>
            <a:r>
              <a:rPr kumimoji="1" lang="zh-CN" altLang="en-US" sz="900" b="0" dirty="0">
                <a:sym typeface="+mn-ea"/>
              </a:rPr>
              <a:t>  --secret-file /k8s-test/velero/velero/oss-credentials.txt \</a:t>
            </a:r>
            <a:endParaRPr kumimoji="1" lang="zh-CN" altLang="en-US" sz="900" b="0" dirty="0">
              <a:sym typeface="+mn-ea"/>
            </a:endParaRPr>
          </a:p>
          <a:p>
            <a:pPr marL="342900" lvl="1" indent="0">
              <a:buNone/>
            </a:pPr>
            <a:r>
              <a:rPr kumimoji="1" lang="zh-CN" altLang="en-US" sz="900" b="0" dirty="0">
                <a:sym typeface="+mn-ea"/>
              </a:rPr>
              <a:t>  --use-volume-snapshots=false \</a:t>
            </a:r>
            <a:endParaRPr kumimoji="1" lang="zh-CN" altLang="en-US" sz="900" b="0" dirty="0">
              <a:sym typeface="+mn-ea"/>
            </a:endParaRPr>
          </a:p>
          <a:p>
            <a:pPr marL="342900" lvl="1" indent="0">
              <a:buNone/>
            </a:pPr>
            <a:r>
              <a:rPr kumimoji="1" lang="zh-CN" altLang="en-US" sz="900" b="0" dirty="0">
                <a:sym typeface="+mn-ea"/>
              </a:rPr>
              <a:t>  --backup-location-config region=north-4,s3ForcePathStyle="false",s3Url=https://obs.cn-north-4.myhuaweicloud.com \</a:t>
            </a:r>
            <a:endParaRPr kumimoji="1" lang="zh-CN" altLang="en-US" sz="900" b="0" dirty="0">
              <a:sym typeface="+mn-ea"/>
            </a:endParaRPr>
          </a:p>
          <a:p>
            <a:pPr marL="342900" lvl="1" indent="0">
              <a:buNone/>
            </a:pPr>
            <a:r>
              <a:rPr kumimoji="1" lang="zh-CN" altLang="en-US" sz="900" b="0" dirty="0">
                <a:sym typeface="+mn-ea"/>
              </a:rPr>
              <a:t> --use-restic \</a:t>
            </a:r>
            <a:endParaRPr kumimoji="1" lang="zh-CN" altLang="en-US" sz="900" b="0" dirty="0">
              <a:sym typeface="+mn-ea"/>
            </a:endParaRPr>
          </a:p>
          <a:p>
            <a:pPr marL="342900" lvl="1" indent="0">
              <a:buNone/>
            </a:pPr>
            <a:r>
              <a:rPr kumimoji="1" lang="zh-CN" altLang="en-US" sz="900" b="0" dirty="0">
                <a:sym typeface="+mn-ea"/>
              </a:rPr>
              <a:t> --use-node-agent \</a:t>
            </a:r>
            <a:endParaRPr kumimoji="1" lang="zh-CN" altLang="en-US" sz="900" b="0" dirty="0">
              <a:sym typeface="+mn-ea"/>
            </a:endParaRPr>
          </a:p>
          <a:p>
            <a:pPr marL="342900" lvl="1" indent="0">
              <a:buNone/>
            </a:pPr>
            <a:r>
              <a:rPr kumimoji="1" lang="zh-CN" altLang="en-US" sz="900" b="0" dirty="0">
                <a:sym typeface="+mn-ea"/>
              </a:rPr>
              <a:t>  --uploader-type=restic</a:t>
            </a:r>
            <a:endParaRPr kumimoji="1" lang="zh-CN" altLang="en-US" sz="900" b="0" dirty="0">
              <a:sym typeface="+mn-ea"/>
            </a:endParaRPr>
          </a:p>
          <a:p>
            <a:pPr marL="342900" lvl="1" indent="0">
              <a:buNone/>
            </a:pPr>
            <a:endParaRPr kumimoji="1" lang="en-US" altLang="zh-CN" sz="900" b="0" dirty="0">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内容占位符 1"/>
          <p:cNvSpPr>
            <a:spLocks noGrp="1"/>
          </p:cNvSpPr>
          <p:nvPr/>
        </p:nvSpPr>
        <p:spPr>
          <a:xfrm>
            <a:off x="4509135" y="843280"/>
            <a:ext cx="3924935" cy="4204335"/>
          </a:xfrm>
          <a:prstGeom prst="rect">
            <a:avLst/>
          </a:prstGeom>
          <a:noFill/>
          <a:ln w="9525">
            <a:noFill/>
            <a:miter lim="800000"/>
          </a:ln>
        </p:spPr>
        <p:txBody>
          <a:bodyPr vert="horz" wrap="square" lIns="91384" tIns="45692" rIns="91384" bIns="45692" numCol="1" anchor="t" anchorCtr="0" compatLnSpc="1"/>
          <a:lstStyle>
            <a:lvl1pPr marL="257175" indent="-25717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57530" indent="-214630" algn="l" rtl="0" eaLnBrk="1" fontAlgn="ctr" hangingPunct="1">
              <a:lnSpc>
                <a:spcPct val="150000"/>
              </a:lnSpc>
              <a:spcBef>
                <a:spcPct val="20000"/>
              </a:spcBef>
              <a:spcAft>
                <a:spcPct val="0"/>
              </a:spcAft>
              <a:buClr>
                <a:srgbClr val="0033CC"/>
              </a:buClr>
              <a:buSzPct val="60000"/>
              <a:buFont typeface="Wingdings" panose="05000000000000000000" pitchFamily="2" charset="2"/>
              <a:buChar char="Ø"/>
              <a:defRPr sz="18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rgbClr val="0033CC"/>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微软雅黑" panose="020B0503020204020204" pitchFamily="34" charset="-122"/>
                <a:ea typeface="微软雅黑" panose="020B0503020204020204" pitchFamily="34"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a:lstStyle>
          <a:p>
            <a:r>
              <a:rPr kumimoji="1" lang="zh-CN" altLang="en-US" dirty="0"/>
              <a:t>华为云部署</a:t>
            </a:r>
            <a:r>
              <a:rPr kumimoji="1" lang="en-US" altLang="zh-CN" dirty="0"/>
              <a:t>Velero</a:t>
            </a:r>
            <a:r>
              <a:rPr kumimoji="1" lang="zh-CN" altLang="en-US" dirty="0"/>
              <a:t>：</a:t>
            </a:r>
            <a:endParaRPr kumimoji="1" lang="zh-CN" altLang="en-US" dirty="0"/>
          </a:p>
          <a:p>
            <a:pPr lvl="1"/>
            <a:r>
              <a:rPr kumimoji="1" lang="zh-CN" altLang="en-US" sz="900" b="0" dirty="0">
                <a:sym typeface="+mn-ea"/>
              </a:rPr>
              <a:t>联通云</a:t>
            </a:r>
            <a:endParaRPr kumimoji="1" lang="zh-CN" altLang="en-US" sz="900" b="0" dirty="0">
              <a:sym typeface="+mn-ea"/>
            </a:endParaRPr>
          </a:p>
          <a:p>
            <a:pPr marL="342900" lvl="1" indent="0">
              <a:buNone/>
            </a:pPr>
            <a:r>
              <a:rPr kumimoji="1" lang="zh-CN" altLang="en-US" sz="900" b="0" dirty="0">
                <a:sym typeface="+mn-ea"/>
              </a:rPr>
              <a:t>velero install \</a:t>
            </a:r>
            <a:endParaRPr kumimoji="1" lang="zh-CN" altLang="en-US" sz="900" b="0" dirty="0">
              <a:sym typeface="+mn-ea"/>
            </a:endParaRPr>
          </a:p>
          <a:p>
            <a:pPr marL="342900" lvl="1" indent="0">
              <a:buNone/>
            </a:pPr>
            <a:r>
              <a:rPr kumimoji="1" lang="zh-CN" altLang="en-US" sz="900" b="0" dirty="0">
                <a:sym typeface="+mn-ea"/>
              </a:rPr>
              <a:t>  --provider aws \</a:t>
            </a:r>
            <a:endParaRPr kumimoji="1" lang="zh-CN" altLang="en-US" sz="900" b="0" dirty="0">
              <a:sym typeface="+mn-ea"/>
            </a:endParaRPr>
          </a:p>
          <a:p>
            <a:pPr marL="342900" lvl="1" indent="0">
              <a:buNone/>
            </a:pPr>
            <a:r>
              <a:rPr kumimoji="1" lang="zh-CN" altLang="en-US" sz="900" b="0" dirty="0">
                <a:sym typeface="+mn-ea"/>
              </a:rPr>
              <a:t>  --bucket liuzhenh01test \</a:t>
            </a:r>
            <a:endParaRPr kumimoji="1" lang="zh-CN" altLang="en-US" sz="900" b="0" dirty="0">
              <a:sym typeface="+mn-ea"/>
            </a:endParaRPr>
          </a:p>
          <a:p>
            <a:pPr marL="342900" lvl="1" indent="0">
              <a:buNone/>
            </a:pPr>
            <a:r>
              <a:rPr kumimoji="1" lang="zh-CN" altLang="en-US" sz="900" b="0" dirty="0">
                <a:sym typeface="+mn-ea"/>
              </a:rPr>
              <a:t>  --image velero/velero:v1.12.3 \</a:t>
            </a:r>
            <a:endParaRPr kumimoji="1" lang="zh-CN" altLang="en-US" sz="900" b="0" dirty="0">
              <a:sym typeface="+mn-ea"/>
            </a:endParaRPr>
          </a:p>
          <a:p>
            <a:pPr marL="342900" lvl="1" indent="0">
              <a:buNone/>
            </a:pPr>
            <a:r>
              <a:rPr kumimoji="1" lang="zh-CN" altLang="en-US" sz="900" b="0" dirty="0">
                <a:sym typeface="+mn-ea"/>
              </a:rPr>
              <a:t>  --plugins velero/velero-plugin-for-aws:v1.8.1 \</a:t>
            </a:r>
            <a:endParaRPr kumimoji="1" lang="zh-CN" altLang="en-US" sz="900" b="0" dirty="0">
              <a:sym typeface="+mn-ea"/>
            </a:endParaRPr>
          </a:p>
          <a:p>
            <a:pPr marL="342900" lvl="1" indent="0">
              <a:buNone/>
            </a:pPr>
            <a:r>
              <a:rPr kumimoji="1" lang="zh-CN" altLang="en-US" sz="900" b="0" dirty="0">
                <a:sym typeface="+mn-ea"/>
              </a:rPr>
              <a:t>  --namespace velero \</a:t>
            </a:r>
            <a:endParaRPr kumimoji="1" lang="zh-CN" altLang="en-US" sz="900" b="0" dirty="0">
              <a:sym typeface="+mn-ea"/>
            </a:endParaRPr>
          </a:p>
          <a:p>
            <a:pPr marL="342900" lvl="1" indent="0">
              <a:buNone/>
            </a:pPr>
            <a:r>
              <a:rPr kumimoji="1" lang="zh-CN" altLang="en-US" sz="900" b="0" dirty="0">
                <a:sym typeface="+mn-ea"/>
              </a:rPr>
              <a:t>  --secret-file /k8s-test/velero/velero/oss-credentials.txt \</a:t>
            </a:r>
            <a:endParaRPr kumimoji="1" lang="zh-CN" altLang="en-US" sz="900" b="0" dirty="0">
              <a:sym typeface="+mn-ea"/>
            </a:endParaRPr>
          </a:p>
          <a:p>
            <a:pPr marL="342900" lvl="1" indent="0">
              <a:buNone/>
            </a:pPr>
            <a:r>
              <a:rPr kumimoji="1" lang="zh-CN" altLang="en-US" sz="900" b="0" dirty="0">
                <a:sym typeface="+mn-ea"/>
              </a:rPr>
              <a:t>  --use-volume-snapshots=false \</a:t>
            </a:r>
            <a:endParaRPr kumimoji="1" lang="zh-CN" altLang="en-US" sz="900" b="0" dirty="0">
              <a:sym typeface="+mn-ea"/>
            </a:endParaRPr>
          </a:p>
          <a:p>
            <a:pPr marL="342900" lvl="1" indent="0">
              <a:buNone/>
            </a:pPr>
            <a:r>
              <a:rPr kumimoji="1" lang="zh-CN" altLang="en-US" sz="900" b="0" dirty="0">
                <a:sym typeface="+mn-ea"/>
              </a:rPr>
              <a:t>  --backup-location-config region=gzgy2,s3ForcePathStyle="false",s3Url=https://obs-gzgy2.cucloud.cn</a:t>
            </a:r>
            <a:endParaRPr kumimoji="1" lang="zh-CN" altLang="en-US" sz="900" b="0" dirty="0">
              <a:sym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251460" y="915670"/>
            <a:ext cx="3048000" cy="414020"/>
          </a:xfrm>
          <a:prstGeom prst="rect">
            <a:avLst/>
          </a:prstGeom>
          <a:noFill/>
          <a:ln w="19050">
            <a:solidFill>
              <a:schemeClr val="bg1">
                <a:lumMod val="75000"/>
              </a:schemeClr>
            </a:solidFill>
          </a:ln>
        </p:spPr>
        <p:txBody>
          <a:bodyPr wrap="square" rtlCol="0">
            <a:spAutoFit/>
          </a:bodyPr>
          <a:p>
            <a:pPr marL="342900" indent="-342900">
              <a:lnSpc>
                <a:spcPct val="150000"/>
              </a:lnSpc>
              <a:buClr>
                <a:srgbClr val="FF0000"/>
              </a:buClr>
              <a:buFont typeface="Wingdings" panose="05000000000000000000" pitchFamily="2" charset="2"/>
              <a:buChar char="n"/>
            </a:pPr>
            <a:r>
              <a:rPr lang="zh-CN" altLang="en-US" sz="1400" b="1" dirty="0" smtClean="0">
                <a:latin typeface="+mn-ea"/>
              </a:rPr>
              <a:t>选项</a:t>
            </a:r>
            <a:r>
              <a:rPr lang="zh-CN" altLang="en-US" sz="1400" b="1" dirty="0" smtClean="0">
                <a:latin typeface="+mn-ea"/>
              </a:rPr>
              <a:t>说明</a:t>
            </a:r>
            <a:endParaRPr lang="zh-CN" altLang="en-US" sz="1400" b="1" dirty="0" smtClean="0">
              <a:latin typeface="+mn-ea"/>
            </a:endParaRPr>
          </a:p>
        </p:txBody>
      </p:sp>
      <p:sp>
        <p:nvSpPr>
          <p:cNvPr id="7" name="文本框 6"/>
          <p:cNvSpPr txBox="1"/>
          <p:nvPr/>
        </p:nvSpPr>
        <p:spPr>
          <a:xfrm>
            <a:off x="251460" y="1329055"/>
            <a:ext cx="5106670" cy="2853055"/>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en-US" altLang="zh-CN" sz="1000" b="1" dirty="0" smtClean="0">
                <a:latin typeface="+mn-ea"/>
              </a:rPr>
              <a:t>--provider：定义插件提供方；aws、alibaba等待</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--bucket：指定对象存储Bucket桶名称；</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--image：定义运行velero的镜像，默认与velero客户端一致；</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--plugins：指定使用aws s3兼容的插件镜像；</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--namespace：指定部署的namespace名称，默认为velero；</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--secret-file：指定对象存储认证文件；</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--use-restic ：用 Restic 来备份和恢复卷数据，而不是依赖于底层的存储提供商</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--use-volume-snapshots：是否启使用快照；</a:t>
            </a:r>
            <a:r>
              <a:rPr lang="zh-CN" altLang="en-US" sz="1000" b="1" dirty="0" smtClean="0">
                <a:latin typeface="+mn-ea"/>
              </a:rPr>
              <a:t>需要云厂商支持（建议</a:t>
            </a:r>
            <a:r>
              <a:rPr lang="en-US" altLang="zh-CN" sz="1000" b="1" dirty="0" smtClean="0">
                <a:latin typeface="+mn-ea"/>
              </a:rPr>
              <a:t>false)</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--backup-location-config：指定对象存储地址信息；</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--default-volumes-to-restic : 默认情况下所有卷都会通过 Restic 进行备份。也就是说，如果你使用这个选项，除非你明确指定某些卷不使用 Restic</a:t>
            </a:r>
            <a:endParaRPr lang="en-US" altLang="zh-CN" sz="1000" b="1" dirty="0" smtClean="0">
              <a:latin typeface="+mn-ea"/>
            </a:endParaRPr>
          </a:p>
          <a:p>
            <a:pPr indent="0">
              <a:lnSpc>
                <a:spcPct val="150000"/>
              </a:lnSpc>
              <a:buClr>
                <a:srgbClr val="FF0000"/>
              </a:buClr>
              <a:buFont typeface="Wingdings" panose="05000000000000000000" pitchFamily="2" charset="2"/>
              <a:buNone/>
            </a:pPr>
            <a:r>
              <a:rPr lang="en-US" altLang="zh-CN" sz="1000" b="1" dirty="0" smtClean="0">
                <a:latin typeface="+mn-ea"/>
              </a:rPr>
              <a:t>region=gzgy2,s3ForcePathStyle="false",s3Url=https://obs-gzgy2.cucloud.cn</a:t>
            </a:r>
            <a:endParaRPr lang="en-US" altLang="zh-CN" sz="1000" b="1" dirty="0" smtClean="0">
              <a:latin typeface="+mn-ea"/>
            </a:endParaRPr>
          </a:p>
        </p:txBody>
      </p:sp>
      <p:sp>
        <p:nvSpPr>
          <p:cNvPr id="11" name="文本框 10"/>
          <p:cNvSpPr txBox="1"/>
          <p:nvPr/>
        </p:nvSpPr>
        <p:spPr>
          <a:xfrm>
            <a:off x="251460" y="4181475"/>
            <a:ext cx="5106035" cy="958215"/>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zh-CN" altLang="en-US" sz="1000" b="1" dirty="0" smtClean="0">
                <a:latin typeface="+mn-ea"/>
              </a:rPr>
              <a:t>region=是指定AWS区域的名称，例如gzgy2表示华北地区2；s3ForcePathStyle="false"表示是否使用路径式的S3 URL，即以域名开头的URL3。如果您使用的是AlibabaCloud OSS等不支持路径式的S3服务，那么您需要将s3ForcePathStyle="false"设置为true4。</a:t>
            </a:r>
            <a:endParaRPr lang="zh-CN" altLang="en-US" sz="1000" b="1" dirty="0" smtClean="0">
              <a:latin typeface="+mn-ea"/>
            </a:endParaRPr>
          </a:p>
        </p:txBody>
      </p:sp>
      <p:sp>
        <p:nvSpPr>
          <p:cNvPr id="15" name="文本框 14"/>
          <p:cNvSpPr txBox="1"/>
          <p:nvPr/>
        </p:nvSpPr>
        <p:spPr>
          <a:xfrm>
            <a:off x="5580380" y="1419860"/>
            <a:ext cx="3586480" cy="1938020"/>
          </a:xfrm>
          <a:prstGeom prst="rect">
            <a:avLst/>
          </a:prstGeom>
          <a:noFill/>
          <a:ln w="19050">
            <a:solidFill>
              <a:schemeClr val="bg1">
                <a:lumMod val="75000"/>
              </a:schemeClr>
            </a:solidFill>
          </a:ln>
        </p:spPr>
        <p:txBody>
          <a:bodyPr wrap="square" rtlCol="0">
            <a:sp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如果出现</a:t>
            </a:r>
            <a:r>
              <a:rPr lang="en-US" altLang="zh-CN" sz="1000" b="1" dirty="0" smtClean="0">
                <a:latin typeface="+mn-ea"/>
              </a:rPr>
              <a:t>imageError</a:t>
            </a:r>
            <a:endParaRPr lang="en-US" altLang="zh-CN" sz="1000" b="1" dirty="0" smtClean="0">
              <a:latin typeface="+mn-ea"/>
            </a:endParaRPr>
          </a:p>
          <a:p>
            <a:pPr marL="800100" lvl="1" indent="-342900">
              <a:lnSpc>
                <a:spcPct val="150000"/>
              </a:lnSpc>
              <a:buClr>
                <a:srgbClr val="FF0000"/>
              </a:buClr>
              <a:buFont typeface="Wingdings" panose="05000000000000000000" charset="0"/>
              <a:buChar char="n"/>
            </a:pPr>
            <a:r>
              <a:rPr lang="zh-CN" altLang="en-US" sz="1000" b="1" dirty="0" smtClean="0">
                <a:solidFill>
                  <a:schemeClr val="tx1"/>
                </a:solidFill>
                <a:latin typeface="+mn-ea"/>
              </a:rPr>
              <a:t>手动拉取，并且更新</a:t>
            </a:r>
            <a:r>
              <a:rPr lang="en-US" altLang="zh-CN" sz="1000" b="1" dirty="0" smtClean="0">
                <a:latin typeface="+mn-ea"/>
              </a:rPr>
              <a:t>velero</a:t>
            </a:r>
            <a:r>
              <a:rPr lang="zh-CN" altLang="en-US" sz="1000" b="1" dirty="0" smtClean="0">
                <a:latin typeface="+mn-ea"/>
              </a:rPr>
              <a:t>的</a:t>
            </a:r>
            <a:r>
              <a:rPr lang="en-US" altLang="zh-CN" sz="1000" b="1" dirty="0" smtClean="0">
                <a:latin typeface="+mn-ea"/>
              </a:rPr>
              <a:t>pod</a:t>
            </a:r>
            <a:endParaRPr lang="en-US" altLang="zh-CN" sz="1000" b="1" dirty="0" smtClean="0">
              <a:latin typeface="+mn-ea"/>
            </a:endParaRPr>
          </a:p>
          <a:p>
            <a:pPr marL="1257300" lvl="2" indent="-342900">
              <a:lnSpc>
                <a:spcPct val="150000"/>
              </a:lnSpc>
              <a:buClr>
                <a:srgbClr val="FF0000"/>
              </a:buClr>
              <a:buFont typeface="Wingdings" panose="05000000000000000000" charset="0"/>
              <a:buChar char="n"/>
            </a:pPr>
            <a:r>
              <a:rPr lang="en-US" altLang="zh-CN" sz="1000" b="1" dirty="0" smtClean="0">
                <a:latin typeface="+mn-ea"/>
              </a:rPr>
              <a:t>crictl pull velero/velero-plugin-for-aws:v1.2.1</a:t>
            </a:r>
            <a:endParaRPr lang="en-US" altLang="zh-CN" sz="1000" b="1" dirty="0" smtClean="0">
              <a:latin typeface="+mn-ea"/>
            </a:endParaRPr>
          </a:p>
          <a:p>
            <a:pPr marL="1257300" lvl="2" indent="-342900">
              <a:lnSpc>
                <a:spcPct val="150000"/>
              </a:lnSpc>
              <a:buClr>
                <a:srgbClr val="FF0000"/>
              </a:buClr>
              <a:buFont typeface="Wingdings" panose="05000000000000000000" charset="0"/>
              <a:buChar char="n"/>
            </a:pPr>
            <a:r>
              <a:rPr lang="en-US" altLang="zh-CN" sz="1000" b="1" dirty="0" smtClean="0">
                <a:latin typeface="+mn-ea"/>
              </a:rPr>
              <a:t>crictl pull velero/velero:v1.7.0</a:t>
            </a:r>
            <a:endParaRPr lang="en-US" altLang="zh-CN" sz="1000" b="1" dirty="0" smtClean="0">
              <a:latin typeface="+mn-ea"/>
            </a:endParaRPr>
          </a:p>
          <a:p>
            <a:pPr marL="1257300" lvl="2" indent="-342900">
              <a:lnSpc>
                <a:spcPct val="150000"/>
              </a:lnSpc>
              <a:buClr>
                <a:srgbClr val="FF0000"/>
              </a:buClr>
              <a:buFont typeface="Wingdings" panose="05000000000000000000" charset="0"/>
              <a:buChar char="n"/>
            </a:pPr>
            <a:r>
              <a:rPr lang="en-US" altLang="zh-CN" sz="1000" b="1" dirty="0" smtClean="0">
                <a:latin typeface="+mn-ea"/>
              </a:rPr>
              <a:t>kubectl rollout restart deployment -n velero velero</a:t>
            </a:r>
            <a:endParaRPr lang="en-US" altLang="zh-CN" sz="1000" b="1" dirty="0" smtClean="0">
              <a:latin typeface="+mn-ea"/>
            </a:endParaRPr>
          </a:p>
          <a:p>
            <a:pPr marL="1257300" lvl="2" indent="-342900">
              <a:lnSpc>
                <a:spcPct val="150000"/>
              </a:lnSpc>
              <a:buClr>
                <a:srgbClr val="FF0000"/>
              </a:buClr>
              <a:buFont typeface="Wingdings" panose="05000000000000000000" charset="0"/>
              <a:buChar char="n"/>
            </a:pPr>
            <a:r>
              <a:rPr lang="en-US" altLang="zh-CN" sz="1000" b="1" dirty="0" smtClean="0">
                <a:latin typeface="+mn-ea"/>
              </a:rPr>
              <a:t>velero backup-location get</a:t>
            </a:r>
            <a:endParaRPr lang="en-US" altLang="zh-CN" sz="1000" b="1" dirty="0" smtClean="0">
              <a:latin typeface="+mn-ea"/>
            </a:endParaRPr>
          </a:p>
        </p:txBody>
      </p:sp>
      <p:pic>
        <p:nvPicPr>
          <p:cNvPr id="16" name="图片 15"/>
          <p:cNvPicPr>
            <a:picLocks noChangeAspect="1"/>
          </p:cNvPicPr>
          <p:nvPr/>
        </p:nvPicPr>
        <p:blipFill>
          <a:blip r:embed="rId2"/>
          <a:stretch>
            <a:fillRect/>
          </a:stretch>
        </p:blipFill>
        <p:spPr>
          <a:xfrm>
            <a:off x="5559425" y="3649345"/>
            <a:ext cx="3607435" cy="11176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7219950" cy="4185285"/>
          </a:xfrm>
        </p:spPr>
        <p:txBody>
          <a:bodyPr/>
          <a:lstStyle/>
          <a:p>
            <a:r>
              <a:rPr kumimoji="1" lang="zh-CN" altLang="en-US" sz="1400" b="1" dirty="0"/>
              <a:t>源端备份资源</a:t>
            </a:r>
            <a:endParaRPr kumimoji="1" lang="zh-CN" altLang="en-US" sz="1400" b="1" dirty="0"/>
          </a:p>
          <a:p>
            <a:r>
              <a:rPr kumimoji="1" lang="zh-CN" altLang="en-US" sz="1100" b="1" dirty="0">
                <a:solidFill>
                  <a:schemeClr val="tx1"/>
                </a:solidFill>
                <a:sym typeface="+mn-ea"/>
              </a:rPr>
              <a:t>velero backup create lzh-velero-test --include-namespaces="*" -n velero</a:t>
            </a:r>
            <a:endParaRPr kumimoji="1" lang="zh-CN" altLang="en-US" sz="1100" b="1" dirty="0">
              <a:solidFill>
                <a:schemeClr val="tx1"/>
              </a:solidFill>
              <a:sym typeface="+mn-ea"/>
            </a:endParaRPr>
          </a:p>
          <a:p>
            <a:r>
              <a:rPr kumimoji="1" lang="zh-CN" altLang="en-US" sz="1100" b="1" dirty="0">
                <a:solidFill>
                  <a:schemeClr val="tx1"/>
                </a:solidFill>
                <a:sym typeface="+mn-ea"/>
              </a:rPr>
              <a:t>velero backup create lzh-velero-test --include-namespaces="*" --exclude-namespaces="kube-system" -n velero</a:t>
            </a:r>
            <a:endParaRPr kumimoji="1" lang="zh-CN" altLang="en-US" sz="1100" b="1" dirty="0">
              <a:solidFill>
                <a:schemeClr val="tx1"/>
              </a:solidFill>
              <a:sym typeface="+mn-ea"/>
            </a:endParaRPr>
          </a:p>
          <a:p>
            <a:r>
              <a:rPr kumimoji="1" lang="zh-CN" altLang="en-US" sz="1100" b="1" dirty="0">
                <a:solidFill>
                  <a:schemeClr val="tx1"/>
                </a:solidFill>
                <a:sym typeface="+mn-ea"/>
              </a:rPr>
              <a:t>velero backup create 2024-3-25-no-kubesystem-storage --include-namespaces="*" --exclude-namespaces="kube-system" --exclude-resources="storageclasses.storage.k8s.io" -n velero</a:t>
            </a:r>
            <a:endParaRPr kumimoji="1" lang="zh-CN" altLang="en-US" sz="1100" b="1" dirty="0">
              <a:solidFill>
                <a:schemeClr val="tx1"/>
              </a:solidFill>
              <a:sym typeface="+mn-ea"/>
            </a:endParaRPr>
          </a:p>
          <a:p>
            <a:pPr marL="342900" lvl="1" indent="0">
              <a:buNone/>
            </a:pPr>
            <a:endParaRPr kumimoji="1" lang="zh-CN" altLang="en-US" sz="1100" b="1" dirty="0">
              <a:solidFill>
                <a:schemeClr val="tx1"/>
              </a:solidFill>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p:cNvPicPr>
            <a:picLocks noChangeAspect="1"/>
          </p:cNvPicPr>
          <p:nvPr/>
        </p:nvPicPr>
        <p:blipFill>
          <a:blip r:embed="rId2"/>
          <a:stretch>
            <a:fillRect/>
          </a:stretch>
        </p:blipFill>
        <p:spPr>
          <a:xfrm>
            <a:off x="755650" y="2643505"/>
            <a:ext cx="6096000" cy="241617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7219950" cy="4185285"/>
          </a:xfrm>
        </p:spPr>
        <p:txBody>
          <a:bodyPr/>
          <a:lstStyle/>
          <a:p>
            <a:r>
              <a:rPr kumimoji="1" lang="zh-CN" altLang="en-US" sz="1400" dirty="0"/>
              <a:t>创建镜像变更</a:t>
            </a:r>
            <a:r>
              <a:rPr kumimoji="1" lang="zh-CN" altLang="en-US" sz="1400" dirty="0"/>
              <a:t>文件</a:t>
            </a:r>
            <a:endParaRPr kumimoji="1" lang="zh-CN" altLang="en-US" sz="1400" dirty="0"/>
          </a:p>
          <a:p>
            <a:pPr marL="0" indent="0">
              <a:buNone/>
            </a:pPr>
            <a:endParaRPr kumimoji="1" lang="zh-CN" altLang="en-US" sz="1400" dirty="0"/>
          </a:p>
          <a:p>
            <a:pPr marL="342900" lvl="1" indent="0">
              <a:buNone/>
            </a:pPr>
            <a:endParaRPr kumimoji="1" lang="zh-CN" altLang="en-US" sz="1400" dirty="0"/>
          </a:p>
          <a:p>
            <a:endParaRPr kumimoji="1" lang="zh-CN" altLang="en-US" sz="900" b="0" dirty="0">
              <a:sym typeface="+mn-ea"/>
            </a:endParaRPr>
          </a:p>
          <a:p>
            <a:pPr marL="342900" lvl="1" indent="0">
              <a:buNone/>
            </a:pPr>
            <a:endParaRPr kumimoji="1" lang="en-US" altLang="zh-CN" sz="900" b="0" dirty="0">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 name="图片 3"/>
          <p:cNvPicPr>
            <a:picLocks noChangeAspect="1"/>
          </p:cNvPicPr>
          <p:nvPr/>
        </p:nvPicPr>
        <p:blipFill>
          <a:blip r:embed="rId2"/>
          <a:stretch>
            <a:fillRect/>
          </a:stretch>
        </p:blipFill>
        <p:spPr>
          <a:xfrm>
            <a:off x="755650" y="1491615"/>
            <a:ext cx="4249420" cy="2750185"/>
          </a:xfrm>
          <a:prstGeom prst="rect">
            <a:avLst/>
          </a:prstGeom>
        </p:spPr>
      </p:pic>
      <p:sp>
        <p:nvSpPr>
          <p:cNvPr id="5" name="文本框 4"/>
          <p:cNvSpPr txBox="1"/>
          <p:nvPr/>
        </p:nvSpPr>
        <p:spPr>
          <a:xfrm>
            <a:off x="467360" y="4451350"/>
            <a:ext cx="5490210" cy="321945"/>
          </a:xfrm>
          <a:prstGeom prst="rect">
            <a:avLst/>
          </a:prstGeom>
          <a:noFill/>
          <a:ln w="19050">
            <a:solidFill>
              <a:schemeClr val="bg1">
                <a:lumMod val="75000"/>
              </a:schemeClr>
            </a:solidFill>
          </a:ln>
        </p:spPr>
        <p:txBody>
          <a:bodyPr wrap="square" rtlCol="0">
            <a:spAutoFit/>
          </a:bodyPr>
          <a:p>
            <a:pPr indent="0">
              <a:lnSpc>
                <a:spcPct val="150000"/>
              </a:lnSpc>
              <a:buClr>
                <a:srgbClr val="FF0000"/>
              </a:buClr>
              <a:buFont typeface="Wingdings" panose="05000000000000000000" pitchFamily="2" charset="2"/>
              <a:buNone/>
            </a:pPr>
            <a:r>
              <a:rPr lang="zh-CN" altLang="en-US" sz="1000" b="1" dirty="0" smtClean="0">
                <a:latin typeface="+mn-ea"/>
              </a:rPr>
              <a:t>kubectl apply -f change-image-name-config.yaml</a:t>
            </a:r>
            <a:endParaRPr lang="zh-CN" altLang="en-US" sz="1000" b="1" dirty="0" smtClean="0">
              <a:latin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843280"/>
            <a:ext cx="7219950" cy="4185285"/>
          </a:xfrm>
        </p:spPr>
        <p:txBody>
          <a:bodyPr/>
          <a:lstStyle/>
          <a:p>
            <a:r>
              <a:rPr kumimoji="1" lang="zh-CN" altLang="en-US" sz="1400" dirty="0"/>
              <a:t>恢复</a:t>
            </a:r>
            <a:r>
              <a:rPr kumimoji="1" lang="zh-CN" altLang="en-US" sz="1400" dirty="0"/>
              <a:t>资源</a:t>
            </a:r>
            <a:endParaRPr kumimoji="1" lang="zh-CN" altLang="en-US" sz="1400" dirty="0"/>
          </a:p>
          <a:p>
            <a:pPr lvl="1"/>
            <a:r>
              <a:rPr kumimoji="1" lang="zh-CN" altLang="en-US" sz="1400" dirty="0"/>
              <a:t>此命令用于列出所有已有的备份</a:t>
            </a:r>
            <a:endParaRPr kumimoji="1" lang="zh-CN" altLang="en-US" sz="1400" dirty="0"/>
          </a:p>
          <a:p>
            <a:pPr marL="342900" lvl="1" indent="457200">
              <a:buNone/>
            </a:pPr>
            <a:r>
              <a:rPr kumimoji="1" lang="zh-CN" altLang="en-US" sz="1400" dirty="0"/>
              <a:t>velero backup get</a:t>
            </a:r>
            <a:endParaRPr kumimoji="1" lang="zh-CN" altLang="en-US" sz="1400" dirty="0"/>
          </a:p>
          <a:p>
            <a:pPr marL="557530" lvl="1" indent="-214630">
              <a:buFont typeface="Wingdings" panose="05000000000000000000" charset="0"/>
              <a:buChar char="Ø"/>
            </a:pPr>
            <a:r>
              <a:rPr kumimoji="1" lang="zh-CN" altLang="en-US" sz="1400" dirty="0">
                <a:sym typeface="+mn-ea"/>
              </a:rPr>
              <a:t>此命令用于列出所有已有的备份</a:t>
            </a:r>
            <a:endParaRPr kumimoji="1" lang="zh-CN" altLang="en-US" sz="1400" b="0" dirty="0"/>
          </a:p>
          <a:p>
            <a:pPr marL="800100" lvl="2" indent="0">
              <a:buFont typeface="Wingdings" panose="05000000000000000000" charset="0"/>
              <a:buNone/>
            </a:pPr>
            <a:r>
              <a:rPr kumimoji="1" lang="zh-CN" altLang="en-US" sz="1400" dirty="0">
                <a:solidFill>
                  <a:schemeClr val="tx1"/>
                </a:solidFill>
              </a:rPr>
              <a:t>velero backup-location get</a:t>
            </a:r>
            <a:endParaRPr kumimoji="1" lang="zh-CN" altLang="en-US" sz="1400" dirty="0">
              <a:solidFill>
                <a:schemeClr val="tx1"/>
              </a:solidFill>
            </a:endParaRPr>
          </a:p>
          <a:p>
            <a:pPr marL="557530" lvl="1" indent="-214630">
              <a:buFont typeface="Wingdings" panose="05000000000000000000" charset="0"/>
              <a:buChar char="Ø"/>
            </a:pPr>
            <a:r>
              <a:rPr kumimoji="1" lang="zh-CN" altLang="en-US" sz="1400" dirty="0">
                <a:solidFill>
                  <a:schemeClr val="tx1"/>
                </a:solidFill>
              </a:rPr>
              <a:t>Velero 将从 lzh-velero-test 备份中恢复 Kubernetes 资源</a:t>
            </a:r>
            <a:endParaRPr kumimoji="1" lang="zh-CN" altLang="en-US" sz="1400" dirty="0">
              <a:solidFill>
                <a:schemeClr val="tx1"/>
              </a:solidFill>
            </a:endParaRPr>
          </a:p>
          <a:p>
            <a:pPr marL="342900" lvl="1" indent="457200">
              <a:buFont typeface="Wingdings" panose="05000000000000000000" charset="0"/>
              <a:buNone/>
            </a:pPr>
            <a:r>
              <a:rPr kumimoji="1" lang="zh-CN" altLang="en-US" sz="1400" dirty="0">
                <a:solidFill>
                  <a:schemeClr val="tx1"/>
                </a:solidFill>
              </a:rPr>
              <a:t>velero restore create --from-backup lzh-velero-test </a:t>
            </a:r>
            <a:endParaRPr kumimoji="1" lang="zh-CN" altLang="en-US" sz="1400" dirty="0">
              <a:solidFill>
                <a:schemeClr val="tx1"/>
              </a:solidFill>
            </a:endParaRPr>
          </a:p>
          <a:p>
            <a:pPr marL="0" indent="0">
              <a:buNone/>
            </a:pPr>
            <a:endParaRPr kumimoji="1" lang="zh-CN" altLang="en-US" sz="1400" dirty="0"/>
          </a:p>
          <a:p>
            <a:pPr marL="342900" lvl="1" indent="0">
              <a:buNone/>
            </a:pPr>
            <a:endParaRPr kumimoji="1" lang="zh-CN" altLang="en-US" sz="1400" dirty="0"/>
          </a:p>
          <a:p>
            <a:endParaRPr kumimoji="1" lang="zh-CN" altLang="en-US" sz="900" b="0" dirty="0">
              <a:sym typeface="+mn-ea"/>
            </a:endParaRPr>
          </a:p>
          <a:p>
            <a:pPr marL="342900" lvl="1" indent="0">
              <a:buNone/>
            </a:pPr>
            <a:endParaRPr kumimoji="1" lang="en-US" altLang="zh-CN" sz="900" b="0" dirty="0">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CCE&gt;CSK</a:t>
            </a:r>
            <a:endPar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ctrTitle"/>
          </p:nvPr>
        </p:nvSpPr>
        <p:spPr>
          <a:xfrm>
            <a:off x="359921" y="1563640"/>
            <a:ext cx="8424159" cy="1800200"/>
          </a:xfrm>
        </p:spPr>
        <p:txBody>
          <a:bodyPr/>
          <a:lstStyle/>
          <a:p>
            <a:r>
              <a:rPr lang="zh-CN" altLang="en-US" sz="5400" dirty="0">
                <a:latin typeface="Arial" panose="020B0604020202020204"/>
                <a:ea typeface="微软雅黑" panose="020B0503020204020204" pitchFamily="34" charset="-122"/>
                <a:sym typeface="Arial" panose="020B0604020202020204"/>
              </a:rPr>
              <a:t>谢  谢！</a:t>
            </a:r>
            <a:endParaRPr lang="zh-CN" altLang="en-US" sz="5400" dirty="0">
              <a:latin typeface="Arial" panose="020B0604020202020204"/>
              <a:ea typeface="微软雅黑" panose="020B0503020204020204" pitchFamily="34" charset="-122"/>
              <a:sym typeface="Arial" panose="020B0604020202020204"/>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bldLst>
      <p:bldP spid="5" grpId="0"/>
    </p:bldLst>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pOEwArHWsJUW_kUHlKDuqCQ"/>
</p:tagLst>
</file>

<file path=ppt/tags/tag3.xml><?xml version="1.0" encoding="utf-8"?>
<p:tagLst xmlns:p="http://schemas.openxmlformats.org/presentationml/2006/main">
  <p:tag name="THINKCELLSHAPEDONOTDELETE" val="pJoejofjIHUmmd0xfGNLujA"/>
</p:tagLst>
</file>

<file path=ppt/tags/tag4.xml><?xml version="1.0" encoding="utf-8"?>
<p:tagLst xmlns:p="http://schemas.openxmlformats.org/presentationml/2006/main">
  <p:tag name="THINKCELLSHAPEDONOTDELETE" val="pwNenbC9aV0yU5I0AhnVfQw"/>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pFw224sI8g06Npx9xQdhanw"/>
</p:tagLst>
</file>

<file path=ppt/tags/tag7.xml><?xml version="1.0" encoding="utf-8"?>
<p:tagLst xmlns:p="http://schemas.openxmlformats.org/presentationml/2006/main">
  <p:tag name="THINKCELLSHAPEDONOTDELETE" val="pcQGDHwGpC0e9tR3KGP7Lnw"/>
</p:tagLst>
</file>

<file path=ppt/tags/tag8.xml><?xml version="1.0" encoding="utf-8"?>
<p:tagLst xmlns:p="http://schemas.openxmlformats.org/presentationml/2006/main">
  <p:tag name="THINKCELLSHAPEDONOTDELETE" val="puV5PCVB9GkmeTreBhEvFjg"/>
</p:tagLst>
</file>

<file path=ppt/tags/tag9.xml><?xml version="1.0" encoding="utf-8"?>
<p:tagLst xmlns:p="http://schemas.openxmlformats.org/presentationml/2006/main">
  <p:tag name="CHRISFANGPPTTOOLSMARK" val="征求意见稿"/>
  <p:tag name="KSO_WM_TEMPLATE_TOPIC_ID" val="2869567"/>
  <p:tag name="KSO_WM_TEMPLATE_OUTLINE_ID" val="15"/>
  <p:tag name="KSO_WM_TEMPLATE_SCENE_ID" val="1"/>
  <p:tag name="KSO_WM_TEMPLATE_JOB_ID" val="2"/>
  <p:tag name="KSO_WM_TEMPLATE_TOPIC_DEFAULT" val="1"/>
</p:tagLst>
</file>

<file path=ppt/tags/tag1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8.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9.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8.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9.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8.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9.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0.xml><?xml version="1.0" encoding="utf-8"?>
<p:tagLst xmlns:p="http://schemas.openxmlformats.org/presentationml/2006/main">
  <p:tag name="CHRISFANGPPTTOOLSMARK" val="征求意见稿"/>
</p:tagLst>
</file>

<file path=ppt/tags/tag41.xml><?xml version="1.0" encoding="utf-8"?>
<p:tagLst xmlns:p="http://schemas.openxmlformats.org/presentationml/2006/main">
  <p:tag name="commondata" val="eyJoZGlkIjoiYTE4OTJmZTQ1MjQ2MDgwNGRlYWY0NmY2ZDkyMTA2OGM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联通规划">
  <a:themeElements>
    <a:clrScheme name="(C) Nordri™ Corporation. 1">
      <a:dk1>
        <a:srgbClr val="000000"/>
      </a:dk1>
      <a:lt1>
        <a:srgbClr val="FFFFFF"/>
      </a:lt1>
      <a:dk2>
        <a:srgbClr val="FFFFFF"/>
      </a:dk2>
      <a:lt2>
        <a:srgbClr val="A0A0A0"/>
      </a:lt2>
      <a:accent1>
        <a:srgbClr val="CC0000"/>
      </a:accent1>
      <a:accent2>
        <a:srgbClr val="E08E79"/>
      </a:accent2>
      <a:accent3>
        <a:srgbClr val="FFFFFF"/>
      </a:accent3>
      <a:accent4>
        <a:srgbClr val="000000"/>
      </a:accent4>
      <a:accent5>
        <a:srgbClr val="E2AAAA"/>
      </a:accent5>
      <a:accent6>
        <a:srgbClr val="CB806D"/>
      </a:accent6>
      <a:hlink>
        <a:srgbClr val="0F4B96"/>
      </a:hlink>
      <a:folHlink>
        <a:srgbClr val="FABE0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5">
            <a:lumMod val="75000"/>
          </a:schemeClr>
        </a:solidFill>
        <a:ln w="9525" cap="flat" cmpd="sng" algn="ctr">
          <a:noFill/>
          <a:prstDash val="solid"/>
          <a:round/>
          <a:headEnd type="none" w="med" len="med"/>
          <a:tailEnd type="none" w="med" len="med"/>
        </a:ln>
      </a:spPr>
      <a:bodyPr wrap="none" rtlCol="0" anchor="ctr">
        <a:normAutofit/>
      </a:bodyPr>
      <a:lstStyle>
        <a:defPPr algn="ctr" fontAlgn="base">
          <a:spcBef>
            <a:spcPct val="0"/>
          </a:spcBef>
          <a:spcAft>
            <a:spcPct val="0"/>
          </a:spcAft>
          <a:defRPr sz="1500" dirty="0" smtClean="0">
            <a:solidFill>
              <a:srgbClr val="FFFFFF"/>
            </a:solidFill>
            <a:latin typeface="微软雅黑" panose="020B0503020204020204" pitchFamily="34" charset="-122"/>
            <a:ea typeface="微软雅黑" panose="020B0503020204020204" pitchFamily="34" charset="-122"/>
          </a:defRPr>
        </a:defPPr>
      </a:lstStyle>
    </a:spDef>
    <a:txDef>
      <a:spPr>
        <a:noFill/>
        <a:ln w="19050">
          <a:solidFill>
            <a:schemeClr val="bg1">
              <a:lumMod val="75000"/>
            </a:schemeClr>
          </a:solidFill>
        </a:ln>
      </a:spPr>
      <a:bodyPr wrap="square" rtlCol="0">
        <a:spAutoFit/>
      </a:bodyPr>
      <a:lstStyle>
        <a:defPPr marL="342900" indent="-342900">
          <a:lnSpc>
            <a:spcPct val="150000"/>
          </a:lnSpc>
          <a:buClr>
            <a:srgbClr val="FF0000"/>
          </a:buClr>
          <a:buFont typeface="Wingdings" panose="05000000000000000000" pitchFamily="2" charset="2"/>
          <a:buChar char="n"/>
          <a:defRPr sz="1400" b="1" dirty="0" smtClean="0">
            <a:latin typeface="+mn-ea"/>
          </a:defRPr>
        </a:defPPr>
      </a:lstStyle>
    </a:txDef>
  </a:objectDefaults>
  <a:extraClrSchemeLst>
    <a:extraClrScheme>
      <a:clrScheme name="(C) Nordri™ Corporation. 1">
        <a:dk1>
          <a:srgbClr val="000000"/>
        </a:dk1>
        <a:lt1>
          <a:srgbClr val="FFFFFF"/>
        </a:lt1>
        <a:dk2>
          <a:srgbClr val="FFFFFF"/>
        </a:dk2>
        <a:lt2>
          <a:srgbClr val="A0A0A0"/>
        </a:lt2>
        <a:accent1>
          <a:srgbClr val="CC0000"/>
        </a:accent1>
        <a:accent2>
          <a:srgbClr val="E08E79"/>
        </a:accent2>
        <a:accent3>
          <a:srgbClr val="FFFFFF"/>
        </a:accent3>
        <a:accent4>
          <a:srgbClr val="000000"/>
        </a:accent4>
        <a:accent5>
          <a:srgbClr val="E2AAAA"/>
        </a:accent5>
        <a:accent6>
          <a:srgbClr val="CB806D"/>
        </a:accent6>
        <a:hlink>
          <a:srgbClr val="0F4B96"/>
        </a:hlink>
        <a:folHlink>
          <a:srgbClr val="FAB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75000"/>
              <a:lumOff val="25000"/>
            </a:schemeClr>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600" b="1"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6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600" b="1"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6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主题2">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6823</Words>
  <Application>WPS 演示</Application>
  <PresentationFormat>全屏显示(16:9)</PresentationFormat>
  <Paragraphs>378</Paragraphs>
  <Slides>26</Slides>
  <Notes>6</Notes>
  <HiddenSlides>0</HiddenSlides>
  <MMClips>0</MMClips>
  <ScaleCrop>false</ScaleCrop>
  <HeadingPairs>
    <vt:vector size="8" baseType="variant">
      <vt:variant>
        <vt:lpstr>已用的字体</vt:lpstr>
      </vt:variant>
      <vt:variant>
        <vt:i4>18</vt:i4>
      </vt:variant>
      <vt:variant>
        <vt:lpstr>主题</vt:lpstr>
      </vt:variant>
      <vt:variant>
        <vt:i4>12</vt:i4>
      </vt:variant>
      <vt:variant>
        <vt:lpstr>嵌入 OLE 服务器</vt:lpstr>
      </vt:variant>
      <vt:variant>
        <vt:i4>0</vt:i4>
      </vt:variant>
      <vt:variant>
        <vt:lpstr>幻灯片标题</vt:lpstr>
      </vt:variant>
      <vt:variant>
        <vt:i4>26</vt:i4>
      </vt:variant>
    </vt:vector>
  </HeadingPairs>
  <TitlesOfParts>
    <vt:vector size="56" baseType="lpstr">
      <vt:lpstr>Arial</vt:lpstr>
      <vt:lpstr>宋体</vt:lpstr>
      <vt:lpstr>Wingdings</vt:lpstr>
      <vt:lpstr>微软雅黑</vt:lpstr>
      <vt:lpstr>Arial</vt:lpstr>
      <vt:lpstr>黑体</vt:lpstr>
      <vt:lpstr>华文细黑</vt:lpstr>
      <vt:lpstr>楷体_GB2312</vt:lpstr>
      <vt:lpstr>新宋体</vt:lpstr>
      <vt:lpstr>Calibri</vt:lpstr>
      <vt:lpstr>Calibri</vt:lpstr>
      <vt:lpstr>Heiti SC Light</vt:lpstr>
      <vt:lpstr>Times</vt:lpstr>
      <vt:lpstr>Arial Unicode MS</vt:lpstr>
      <vt:lpstr>Wingdings</vt:lpstr>
      <vt:lpstr>Verdana</vt:lpstr>
      <vt:lpstr>Segoe UI</vt:lpstr>
      <vt:lpstr>Times New Roman</vt:lpstr>
      <vt:lpstr>webwppDefTheme</vt:lpstr>
      <vt:lpstr>联通规划</vt:lpstr>
      <vt:lpstr>UnicomWide</vt:lpstr>
      <vt:lpstr>1_UnicomWide</vt:lpstr>
      <vt:lpstr>2_UnicomWide</vt:lpstr>
      <vt:lpstr>3_UnicomWide</vt:lpstr>
      <vt:lpstr>4_UnicomWide</vt:lpstr>
      <vt:lpstr>5_UnicomWide</vt:lpstr>
      <vt:lpstr>6_UnicomWide</vt:lpstr>
      <vt:lpstr>7_UnicomWide</vt:lpstr>
      <vt:lpstr>8_UnicomWide</vt:lpstr>
      <vt:lpstr>主题2</vt:lpstr>
      <vt:lpstr>  容器引擎k8s迁移 CCE&gt;CSK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沃云R版网络技术分享</dc:title>
  <dc:creator>unicom</dc:creator>
  <cp:lastModifiedBy>踏寻</cp:lastModifiedBy>
  <cp:revision>430</cp:revision>
  <cp:lastPrinted>2022-08-12T06:17:00Z</cp:lastPrinted>
  <dcterms:created xsi:type="dcterms:W3CDTF">2022-08-12T06:17:00Z</dcterms:created>
  <dcterms:modified xsi:type="dcterms:W3CDTF">2024-08-09T01:27:06Z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KSORubyTemplateID">
    <vt:lpwstr>2</vt:lpwstr>
  </property>
  <property fmtid="{D5CDD505-2E9C-101B-9397-08002B2CF9AE}" pid="4" name="ICV">
    <vt:lpwstr>43BF3DE0820C4A0C83A95F8CD4981D20</vt:lpwstr>
  </property>
</Properties>
</file>